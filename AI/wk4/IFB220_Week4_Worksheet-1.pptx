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3" r:id="rId5"/>
    <p:sldId id="264" r:id="rId6"/>
    <p:sldId id="265" r:id="rId7"/>
    <p:sldId id="267" r:id="rId8"/>
    <p:sldId id="268" r:id="rId9"/>
    <p:sldId id="270" r:id="rId10"/>
    <p:sldId id="272" r:id="rId11"/>
    <p:sldId id="273" r:id="rId12"/>
    <p:sldId id="27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13FE8-6832-4139-89D5-83E3C2BDCA12}" type="datetimeFigureOut"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946AE-908D-4F8B-A975-674D59D8A7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4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5409-DB48-65C6-E3BE-6AB92A48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B5DFC-4FB1-12B1-C5AE-D602F7F4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10178-9E56-3FD0-EF42-9D1E9795A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64CB2-8BE8-2089-FE34-4B898A69F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79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5F40-2C30-C23F-D5D1-52A00E889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4D917-E650-C0E7-DB7F-4ED9C6B49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C1692-1184-2500-69B6-292F76F92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5B789-5376-2F61-FDD9-668F92446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09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37AA-B73B-1F46-271C-8DDF4B78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060F2-1FCD-C6EF-686C-8AEC4D671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4165C-D2BA-FC14-D782-904C2B638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469BF-2D4C-13F5-6823-0A0E1A408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2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F780-ACE7-7C19-098E-C242C445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B2316-4A29-A334-CC5F-9D5770E15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EA35C-4AC1-FC7D-2110-0C9BF741E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EA6D2-9F2D-8F2D-8532-BF33D666E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61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385E7-83D0-6F23-5CFF-F0EC6552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E7F25-5F59-1E51-A854-9874AD9B0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4A62A-0CB8-8CF4-5B61-EEA3B9F2F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4AE69-1A02-A422-C0C7-243294B8C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31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5DC8-4EEC-1CF1-F2D9-3C94B6A6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7145F-D694-F6EF-400D-9176D5D03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0A77F-E887-5C96-5337-150C1BCC1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929E5-2C8D-F483-8859-3CF4B359D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421B-42B8-A66C-B24C-E57746B31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61BC1-D2E7-A482-6F8B-E351B920F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B478B-B5B4-6CC9-E7DA-12EB848D7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B3CFD-2D4D-A2C8-1C3B-75FDC225B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67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DAE9-53B9-9298-6CC4-EE31F807A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2ABDF-CCE7-2322-D8F3-B9864775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C51A0-30E6-B4CC-3429-753A173DC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A9DD6-29B6-9C98-274A-35E8D6C4A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23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E71C-AF29-C40D-3721-C33BAD8A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A4ADE-91FB-FB28-BD60-1CB477697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9D6A2-58A9-B8D3-0B62-9B9EFEAC1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27252-02E1-F8D2-F547-73415C9A6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13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EDAE-E75F-0B4B-B723-934A4F97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A0EC2-1E66-0783-1B6B-345A491C4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B0AC6-795D-848A-008A-652EDBD29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91B82-A338-868E-E289-A47F1B6776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66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9604-82CE-92D7-7D69-68C94907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2800E-2E0D-415E-F4CE-614475C30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30BE0-A54A-09F1-CB8B-4B8737AD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BC6D1-5BF3-9118-F9EE-482D38D07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47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F63F4-ECA0-7217-46B3-3670CD66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EAAF5-1075-4A38-219D-1557B1039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BAAEA-A497-DD71-0F7E-C9D57D48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D2745-F70F-9D99-9560-AA1F02FED9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0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CCCB-CF69-6C0B-9EE7-3B4E5725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217F6A-4EDE-DA30-D8BE-9B7F5B2F72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942465"/>
            <a:ext cx="105156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936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69A62-8F43-99B6-989E-8AD45FA20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353F51-A139-38D5-F9B0-09C562749A8F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4D3F14-B672-A333-F5C9-744496E2D7E5}"/>
              </a:ext>
            </a:extLst>
          </p:cNvPr>
          <p:cNvSpPr/>
          <p:nvPr/>
        </p:nvSpPr>
        <p:spPr>
          <a:xfrm>
            <a:off x="1060704" y="160934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4C587F-56C8-5568-3322-02D22E48E015}"/>
              </a:ext>
            </a:extLst>
          </p:cNvPr>
          <p:cNvSpPr/>
          <p:nvPr/>
        </p:nvSpPr>
        <p:spPr>
          <a:xfrm>
            <a:off x="1097280" y="172821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E76997-D0F6-3CE8-CAE3-CA0A4543EE19}"/>
              </a:ext>
            </a:extLst>
          </p:cNvPr>
          <p:cNvSpPr/>
          <p:nvPr/>
        </p:nvSpPr>
        <p:spPr>
          <a:xfrm>
            <a:off x="86868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913DBB-4697-E17B-E5A5-7E92BD262B37}"/>
              </a:ext>
            </a:extLst>
          </p:cNvPr>
          <p:cNvSpPr/>
          <p:nvPr/>
        </p:nvSpPr>
        <p:spPr>
          <a:xfrm>
            <a:off x="1060704" y="371246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531DAC-80E1-DAF0-130D-2344954A29A4}"/>
              </a:ext>
            </a:extLst>
          </p:cNvPr>
          <p:cNvSpPr/>
          <p:nvPr/>
        </p:nvSpPr>
        <p:spPr>
          <a:xfrm>
            <a:off x="1097280" y="383133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8A5E2A-4DA9-7125-FFDB-79CE2C37C9AF}"/>
              </a:ext>
            </a:extLst>
          </p:cNvPr>
          <p:cNvSpPr/>
          <p:nvPr/>
        </p:nvSpPr>
        <p:spPr>
          <a:xfrm>
            <a:off x="868680" y="3419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5D4D10E-83CF-9378-C432-DB088AFFFE67}"/>
              </a:ext>
            </a:extLst>
          </p:cNvPr>
          <p:cNvSpPr/>
          <p:nvPr/>
        </p:nvSpPr>
        <p:spPr>
          <a:xfrm>
            <a:off x="4535424" y="156362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EDE19EA-42E8-2817-93C3-7346CDAD94C4}"/>
              </a:ext>
            </a:extLst>
          </p:cNvPr>
          <p:cNvSpPr/>
          <p:nvPr/>
        </p:nvSpPr>
        <p:spPr>
          <a:xfrm>
            <a:off x="4572000" y="168249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?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68475C-1364-8BB7-6690-4492BB342625}"/>
              </a:ext>
            </a:extLst>
          </p:cNvPr>
          <p:cNvSpPr/>
          <p:nvPr/>
        </p:nvSpPr>
        <p:spPr>
          <a:xfrm>
            <a:off x="4389120" y="1271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E58710D-660F-2991-D520-393F2DB353AC}"/>
              </a:ext>
            </a:extLst>
          </p:cNvPr>
          <p:cNvSpPr/>
          <p:nvPr/>
        </p:nvSpPr>
        <p:spPr>
          <a:xfrm>
            <a:off x="4535424" y="366674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9E769A-2DAF-62DB-2E0A-99B6F0B3AE48}"/>
              </a:ext>
            </a:extLst>
          </p:cNvPr>
          <p:cNvSpPr/>
          <p:nvPr/>
        </p:nvSpPr>
        <p:spPr>
          <a:xfrm>
            <a:off x="4572000" y="378561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?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A88777D-B35D-F75A-F372-841E2C5AC59D}"/>
              </a:ext>
            </a:extLst>
          </p:cNvPr>
          <p:cNvSpPr/>
          <p:nvPr/>
        </p:nvSpPr>
        <p:spPr>
          <a:xfrm>
            <a:off x="4389120" y="3374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A80271E-9BE1-8C4F-CA9C-07E44A6AA460}"/>
              </a:ext>
            </a:extLst>
          </p:cNvPr>
          <p:cNvSpPr/>
          <p:nvPr/>
        </p:nvSpPr>
        <p:spPr>
          <a:xfrm>
            <a:off x="8165592" y="258775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446A556-C0AF-A4E2-DF17-186745FF1B48}"/>
              </a:ext>
            </a:extLst>
          </p:cNvPr>
          <p:cNvSpPr/>
          <p:nvPr/>
        </p:nvSpPr>
        <p:spPr>
          <a:xfrm>
            <a:off x="8202168" y="270662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?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11935A-234C-1BA8-E6DC-33C24D38C7C7}"/>
              </a:ext>
            </a:extLst>
          </p:cNvPr>
          <p:cNvSpPr/>
          <p:nvPr/>
        </p:nvSpPr>
        <p:spPr>
          <a:xfrm>
            <a:off x="8046720" y="2295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C29D56-5A69-F9FA-942E-62753A3720E7}"/>
              </a:ext>
            </a:extLst>
          </p:cNvPr>
          <p:cNvSpPr/>
          <p:nvPr/>
        </p:nvSpPr>
        <p:spPr>
          <a:xfrm>
            <a:off x="4572000" y="233278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579651E-8D0F-0888-C6FF-9ED71CB02B3A}"/>
              </a:ext>
            </a:extLst>
          </p:cNvPr>
          <p:cNvSpPr/>
          <p:nvPr/>
        </p:nvSpPr>
        <p:spPr>
          <a:xfrm>
            <a:off x="4572000" y="447141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7A7DC0A-F999-C16C-7B96-2EE9D88D8513}"/>
              </a:ext>
            </a:extLst>
          </p:cNvPr>
          <p:cNvSpPr/>
          <p:nvPr/>
        </p:nvSpPr>
        <p:spPr>
          <a:xfrm>
            <a:off x="8229600" y="357530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E57F8657-706A-3FA9-3D98-A26E161DEB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06A9E46B-1B23-B68B-3FED-D31FBDB12824}"/>
              </a:ext>
            </a:extLst>
          </p:cNvPr>
          <p:cNvSpPr/>
          <p:nvPr/>
        </p:nvSpPr>
        <p:spPr>
          <a:xfrm>
            <a:off x="2725975" y="182880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0B75B8B7-C0F4-83F8-519E-C2CCC939D9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99C99AC6-3CDB-084C-8D9F-0A35C58DBB92}"/>
              </a:ext>
            </a:extLst>
          </p:cNvPr>
          <p:cNvSpPr/>
          <p:nvPr/>
        </p:nvSpPr>
        <p:spPr>
          <a:xfrm>
            <a:off x="3374774" y="238041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F966B8FD-3EF8-9149-876B-690C9D01A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3320186C-B16C-2561-321C-8344B767B581}"/>
              </a:ext>
            </a:extLst>
          </p:cNvPr>
          <p:cNvSpPr/>
          <p:nvPr/>
        </p:nvSpPr>
        <p:spPr>
          <a:xfrm>
            <a:off x="3374774" y="326440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5602BCA-94E7-1A7A-4466-A5499281E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395020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347DD8E8-9FA3-E8D2-EDDB-3917BDE2918C}"/>
              </a:ext>
            </a:extLst>
          </p:cNvPr>
          <p:cNvSpPr/>
          <p:nvPr/>
        </p:nvSpPr>
        <p:spPr>
          <a:xfrm>
            <a:off x="2779776" y="393192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75CF6F82-96E5-F26E-0017-1F08FAE74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5504" y="184708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F93D74E9-F73C-28F1-1EFF-C0D2FF4C8E5D}"/>
              </a:ext>
            </a:extLst>
          </p:cNvPr>
          <p:cNvSpPr/>
          <p:nvPr/>
        </p:nvSpPr>
        <p:spPr>
          <a:xfrm>
            <a:off x="6388041" y="231449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0.8</a:t>
            </a:r>
            <a:endParaRPr lang="en-US" sz="88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55557CE0-1A9C-9AB7-32D6-52AADDA77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5504" y="289864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C9DE2D03-1DCC-2885-05CB-D31DD3240A0F}"/>
              </a:ext>
            </a:extLst>
          </p:cNvPr>
          <p:cNvSpPr/>
          <p:nvPr/>
        </p:nvSpPr>
        <p:spPr>
          <a:xfrm>
            <a:off x="6388041" y="337413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-0.4</a:t>
            </a:r>
            <a:endParaRPr lang="en-US" sz="88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88F61B-685F-FBD5-788C-7224D146C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289987"/>
              </p:ext>
            </p:extLst>
          </p:nvPr>
        </p:nvGraphicFramePr>
        <p:xfrm>
          <a:off x="9964454" y="1499615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B0C5CB8E-3485-5298-D400-57E053A64245}"/>
              </a:ext>
            </a:extLst>
          </p:cNvPr>
          <p:cNvSpPr txBox="1"/>
          <p:nvPr/>
        </p:nvSpPr>
        <p:spPr>
          <a:xfrm>
            <a:off x="320040" y="624452"/>
            <a:ext cx="1155938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First perform forward propagation, compute the hidden and output layer node values for the given input node values</a:t>
            </a:r>
          </a:p>
        </p:txBody>
      </p:sp>
    </p:spTree>
    <p:extLst>
      <p:ext uri="{BB962C8B-B14F-4D97-AF65-F5344CB8AC3E}">
        <p14:creationId xmlns:p14="http://schemas.microsoft.com/office/powerpoint/2010/main" val="164011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2BB7-9B6B-9272-B896-E0A474A7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A28370-3B83-A531-5E52-D427A8492749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E9B03D-F837-276D-B8B8-1056C92B2578}"/>
              </a:ext>
            </a:extLst>
          </p:cNvPr>
          <p:cNvSpPr/>
          <p:nvPr/>
        </p:nvSpPr>
        <p:spPr>
          <a:xfrm>
            <a:off x="1060704" y="160934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058E2C-9728-481E-F4A0-9F2D8810A708}"/>
              </a:ext>
            </a:extLst>
          </p:cNvPr>
          <p:cNvSpPr/>
          <p:nvPr/>
        </p:nvSpPr>
        <p:spPr>
          <a:xfrm>
            <a:off x="1097280" y="172821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DFA5E5-E37A-B80E-9E27-44D0E13357FD}"/>
              </a:ext>
            </a:extLst>
          </p:cNvPr>
          <p:cNvSpPr/>
          <p:nvPr/>
        </p:nvSpPr>
        <p:spPr>
          <a:xfrm>
            <a:off x="86868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E756C9-08BE-FB2E-B1AC-19B5611C0F0B}"/>
              </a:ext>
            </a:extLst>
          </p:cNvPr>
          <p:cNvSpPr/>
          <p:nvPr/>
        </p:nvSpPr>
        <p:spPr>
          <a:xfrm>
            <a:off x="1060704" y="371246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26F108-1C0B-A8DE-0684-B95A928989B9}"/>
              </a:ext>
            </a:extLst>
          </p:cNvPr>
          <p:cNvSpPr/>
          <p:nvPr/>
        </p:nvSpPr>
        <p:spPr>
          <a:xfrm>
            <a:off x="1097280" y="383133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CEFBD8D-7E90-643D-E04C-37F408D08872}"/>
              </a:ext>
            </a:extLst>
          </p:cNvPr>
          <p:cNvSpPr/>
          <p:nvPr/>
        </p:nvSpPr>
        <p:spPr>
          <a:xfrm>
            <a:off x="868680" y="3419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25302B8-2E98-0589-A006-0132641795F9}"/>
              </a:ext>
            </a:extLst>
          </p:cNvPr>
          <p:cNvSpPr/>
          <p:nvPr/>
        </p:nvSpPr>
        <p:spPr>
          <a:xfrm>
            <a:off x="4535424" y="156362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A6901BF-E9FC-FFC5-4F39-40999369C6D5}"/>
              </a:ext>
            </a:extLst>
          </p:cNvPr>
          <p:cNvSpPr/>
          <p:nvPr/>
        </p:nvSpPr>
        <p:spPr>
          <a:xfrm>
            <a:off x="4572000" y="168249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676CB3-3C91-F957-3B84-01FAABAAA89C}"/>
              </a:ext>
            </a:extLst>
          </p:cNvPr>
          <p:cNvSpPr/>
          <p:nvPr/>
        </p:nvSpPr>
        <p:spPr>
          <a:xfrm>
            <a:off x="4389120" y="1271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2C0ACCF-FDFE-63F6-6AE5-2A376A7CFACB}"/>
              </a:ext>
            </a:extLst>
          </p:cNvPr>
          <p:cNvSpPr/>
          <p:nvPr/>
        </p:nvSpPr>
        <p:spPr>
          <a:xfrm>
            <a:off x="4535424" y="366674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853B12E-ACE2-AB75-E074-9140D6EF3C4A}"/>
              </a:ext>
            </a:extLst>
          </p:cNvPr>
          <p:cNvSpPr/>
          <p:nvPr/>
        </p:nvSpPr>
        <p:spPr>
          <a:xfrm>
            <a:off x="4572000" y="378561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A57FC3D-BA3A-3272-D7D4-EB10B2A3D92F}"/>
              </a:ext>
            </a:extLst>
          </p:cNvPr>
          <p:cNvSpPr/>
          <p:nvPr/>
        </p:nvSpPr>
        <p:spPr>
          <a:xfrm>
            <a:off x="4389120" y="3374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03279F-7E3D-DDA2-5A5F-64F326D1FCD7}"/>
              </a:ext>
            </a:extLst>
          </p:cNvPr>
          <p:cNvSpPr/>
          <p:nvPr/>
        </p:nvSpPr>
        <p:spPr>
          <a:xfrm>
            <a:off x="8165592" y="258775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597A47-C9B3-B0FC-5244-943E8F417F8F}"/>
              </a:ext>
            </a:extLst>
          </p:cNvPr>
          <p:cNvSpPr/>
          <p:nvPr/>
        </p:nvSpPr>
        <p:spPr>
          <a:xfrm>
            <a:off x="8202168" y="270662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?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70EEC2A-2566-249B-BF9A-E274B8D1C288}"/>
              </a:ext>
            </a:extLst>
          </p:cNvPr>
          <p:cNvSpPr/>
          <p:nvPr/>
        </p:nvSpPr>
        <p:spPr>
          <a:xfrm>
            <a:off x="8046720" y="2295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B73D6E6-DEBA-92D9-FBF9-9BF0ACF48CA0}"/>
              </a:ext>
            </a:extLst>
          </p:cNvPr>
          <p:cNvSpPr/>
          <p:nvPr/>
        </p:nvSpPr>
        <p:spPr>
          <a:xfrm>
            <a:off x="4572000" y="233278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814FE07-3381-8BE7-F808-3B399418EC38}"/>
              </a:ext>
            </a:extLst>
          </p:cNvPr>
          <p:cNvSpPr/>
          <p:nvPr/>
        </p:nvSpPr>
        <p:spPr>
          <a:xfrm>
            <a:off x="4572000" y="447141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29367E8-F702-99BB-57D4-E200D24BD98C}"/>
              </a:ext>
            </a:extLst>
          </p:cNvPr>
          <p:cNvSpPr/>
          <p:nvPr/>
        </p:nvSpPr>
        <p:spPr>
          <a:xfrm>
            <a:off x="8229600" y="357530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5E0C1CDB-10F5-C6A6-ED92-66776FFB4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1B27E318-AB0B-66B9-989E-67921A0C7F8D}"/>
              </a:ext>
            </a:extLst>
          </p:cNvPr>
          <p:cNvSpPr/>
          <p:nvPr/>
        </p:nvSpPr>
        <p:spPr>
          <a:xfrm>
            <a:off x="2725975" y="182880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43B02689-1B15-1153-FCE4-5F65C937C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DFC1C0DF-7D04-E50A-AF6D-CDBBE95A4B4C}"/>
              </a:ext>
            </a:extLst>
          </p:cNvPr>
          <p:cNvSpPr/>
          <p:nvPr/>
        </p:nvSpPr>
        <p:spPr>
          <a:xfrm>
            <a:off x="3374774" y="238041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25E02B5C-DE43-9506-4827-75F62463A0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45314BEE-4823-0CCE-0B7F-F10D78C99B9F}"/>
              </a:ext>
            </a:extLst>
          </p:cNvPr>
          <p:cNvSpPr/>
          <p:nvPr/>
        </p:nvSpPr>
        <p:spPr>
          <a:xfrm>
            <a:off x="3374774" y="326440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74A7ED0-375B-34DF-26BA-A383A22C95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395020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C850AC46-49C5-ABF5-44EC-EEF3490119F8}"/>
              </a:ext>
            </a:extLst>
          </p:cNvPr>
          <p:cNvSpPr/>
          <p:nvPr/>
        </p:nvSpPr>
        <p:spPr>
          <a:xfrm>
            <a:off x="2779776" y="393192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53D82D98-DDE0-F3ED-C563-05AF8FDDC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5504" y="184708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B6EF0FAA-C8D0-65ED-7517-E599E07C1FB9}"/>
              </a:ext>
            </a:extLst>
          </p:cNvPr>
          <p:cNvSpPr/>
          <p:nvPr/>
        </p:nvSpPr>
        <p:spPr>
          <a:xfrm>
            <a:off x="6388041" y="231449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0.8</a:t>
            </a:r>
            <a:endParaRPr lang="en-US" sz="88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48272743-400E-2611-FE8F-D187A802B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5504" y="289864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5786877B-6955-C782-A474-885981469AE3}"/>
              </a:ext>
            </a:extLst>
          </p:cNvPr>
          <p:cNvSpPr/>
          <p:nvPr/>
        </p:nvSpPr>
        <p:spPr>
          <a:xfrm>
            <a:off x="6388041" y="337413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-0.4</a:t>
            </a:r>
            <a:endParaRPr lang="en-US" sz="88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250356-1FF5-8AED-DA3C-CDE6A295C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567185"/>
              </p:ext>
            </p:extLst>
          </p:nvPr>
        </p:nvGraphicFramePr>
        <p:xfrm>
          <a:off x="9964454" y="1499615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6192EB4A-0768-DC96-D2C4-AFFD79388723}"/>
              </a:ext>
            </a:extLst>
          </p:cNvPr>
          <p:cNvSpPr txBox="1"/>
          <p:nvPr/>
        </p:nvSpPr>
        <p:spPr>
          <a:xfrm>
            <a:off x="320040" y="624452"/>
            <a:ext cx="1155938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First perform forward propagation, compute the hidden and output layer node values for the given input node values</a:t>
            </a:r>
          </a:p>
        </p:txBody>
      </p:sp>
    </p:spTree>
    <p:extLst>
      <p:ext uri="{BB962C8B-B14F-4D97-AF65-F5344CB8AC3E}">
        <p14:creationId xmlns:p14="http://schemas.microsoft.com/office/powerpoint/2010/main" val="334316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5A11-BD8F-2D2C-EBD4-9B512F1B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263014-4D2A-24ED-84E7-411E3948B96B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8D60FB-8B1D-7340-6FE1-7BD36C9A75E7}"/>
              </a:ext>
            </a:extLst>
          </p:cNvPr>
          <p:cNvSpPr/>
          <p:nvPr/>
        </p:nvSpPr>
        <p:spPr>
          <a:xfrm>
            <a:off x="1060704" y="160934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BC0A3D-E7D3-2B0A-5047-9B4558D0EBA1}"/>
              </a:ext>
            </a:extLst>
          </p:cNvPr>
          <p:cNvSpPr/>
          <p:nvPr/>
        </p:nvSpPr>
        <p:spPr>
          <a:xfrm>
            <a:off x="1097280" y="172821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5543E0-7727-0A48-7574-DF2E53FD2965}"/>
              </a:ext>
            </a:extLst>
          </p:cNvPr>
          <p:cNvSpPr/>
          <p:nvPr/>
        </p:nvSpPr>
        <p:spPr>
          <a:xfrm>
            <a:off x="86868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3DF55B6-3A66-350A-15CF-E390E4CCE6A9}"/>
              </a:ext>
            </a:extLst>
          </p:cNvPr>
          <p:cNvSpPr/>
          <p:nvPr/>
        </p:nvSpPr>
        <p:spPr>
          <a:xfrm>
            <a:off x="1060704" y="371246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CA38DD-AB38-1936-DC16-B50C834CEAFF}"/>
              </a:ext>
            </a:extLst>
          </p:cNvPr>
          <p:cNvSpPr/>
          <p:nvPr/>
        </p:nvSpPr>
        <p:spPr>
          <a:xfrm>
            <a:off x="1097280" y="383133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6617E7-BF2B-A2C3-78AF-635F325E9299}"/>
              </a:ext>
            </a:extLst>
          </p:cNvPr>
          <p:cNvSpPr/>
          <p:nvPr/>
        </p:nvSpPr>
        <p:spPr>
          <a:xfrm>
            <a:off x="868680" y="3419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5EABE18-FDA4-014A-DD3C-B77CC8FBD2D6}"/>
              </a:ext>
            </a:extLst>
          </p:cNvPr>
          <p:cNvSpPr/>
          <p:nvPr/>
        </p:nvSpPr>
        <p:spPr>
          <a:xfrm>
            <a:off x="4535424" y="156362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5B78510-45A0-7973-EB55-CC9507AB40B7}"/>
              </a:ext>
            </a:extLst>
          </p:cNvPr>
          <p:cNvSpPr/>
          <p:nvPr/>
        </p:nvSpPr>
        <p:spPr>
          <a:xfrm>
            <a:off x="4572000" y="168249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C3C6773-60BA-0104-C6D7-20D07393F9E7}"/>
              </a:ext>
            </a:extLst>
          </p:cNvPr>
          <p:cNvSpPr/>
          <p:nvPr/>
        </p:nvSpPr>
        <p:spPr>
          <a:xfrm>
            <a:off x="4389120" y="1271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FC3EE52-CD28-3B87-7D53-6409F619A199}"/>
              </a:ext>
            </a:extLst>
          </p:cNvPr>
          <p:cNvSpPr/>
          <p:nvPr/>
        </p:nvSpPr>
        <p:spPr>
          <a:xfrm>
            <a:off x="4535424" y="366674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E27C4C4-5EAD-0AE4-A9B5-456AB1441332}"/>
              </a:ext>
            </a:extLst>
          </p:cNvPr>
          <p:cNvSpPr/>
          <p:nvPr/>
        </p:nvSpPr>
        <p:spPr>
          <a:xfrm>
            <a:off x="4572000" y="378561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85882B3-6B29-AFD9-BD90-D56F55BFF6DC}"/>
              </a:ext>
            </a:extLst>
          </p:cNvPr>
          <p:cNvSpPr/>
          <p:nvPr/>
        </p:nvSpPr>
        <p:spPr>
          <a:xfrm>
            <a:off x="4389120" y="3374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58D2FE2-D863-07D8-BBA0-806843FAE3EE}"/>
              </a:ext>
            </a:extLst>
          </p:cNvPr>
          <p:cNvSpPr/>
          <p:nvPr/>
        </p:nvSpPr>
        <p:spPr>
          <a:xfrm>
            <a:off x="8165592" y="258775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B7124FB-47B2-8164-357C-0BF3F60BACC1}"/>
              </a:ext>
            </a:extLst>
          </p:cNvPr>
          <p:cNvSpPr/>
          <p:nvPr/>
        </p:nvSpPr>
        <p:spPr>
          <a:xfrm>
            <a:off x="8202168" y="270662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4E0F6A-798F-44A6-3E7F-1D13ED84D6CE}"/>
              </a:ext>
            </a:extLst>
          </p:cNvPr>
          <p:cNvSpPr/>
          <p:nvPr/>
        </p:nvSpPr>
        <p:spPr>
          <a:xfrm>
            <a:off x="8046720" y="2295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08B0047-E72F-0A38-3829-FE5D282E9E8F}"/>
              </a:ext>
            </a:extLst>
          </p:cNvPr>
          <p:cNvSpPr/>
          <p:nvPr/>
        </p:nvSpPr>
        <p:spPr>
          <a:xfrm>
            <a:off x="4572000" y="233278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E143F4C-1B79-D201-DA78-E482DEC533AE}"/>
              </a:ext>
            </a:extLst>
          </p:cNvPr>
          <p:cNvSpPr/>
          <p:nvPr/>
        </p:nvSpPr>
        <p:spPr>
          <a:xfrm>
            <a:off x="4572000" y="447141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AED6818-8E6A-E769-3F36-DCBDC8022765}"/>
              </a:ext>
            </a:extLst>
          </p:cNvPr>
          <p:cNvSpPr/>
          <p:nvPr/>
        </p:nvSpPr>
        <p:spPr>
          <a:xfrm>
            <a:off x="8229600" y="357530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6508F8D1-059A-2091-320A-2F7764C9E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E79480AB-A6F2-FDF8-57E0-FF88DDACC59D}"/>
              </a:ext>
            </a:extLst>
          </p:cNvPr>
          <p:cNvSpPr/>
          <p:nvPr/>
        </p:nvSpPr>
        <p:spPr>
          <a:xfrm>
            <a:off x="2725975" y="182880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05C9BC74-69BB-80A1-94B5-E4CA885B2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58F846AA-A194-D44B-1C04-C48BA11D990E}"/>
              </a:ext>
            </a:extLst>
          </p:cNvPr>
          <p:cNvSpPr/>
          <p:nvPr/>
        </p:nvSpPr>
        <p:spPr>
          <a:xfrm>
            <a:off x="3374774" y="238041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7DD7AECC-A7F1-851A-08E0-E36F6BDAF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6B858972-A2BB-0BF7-B23E-A294F255A620}"/>
              </a:ext>
            </a:extLst>
          </p:cNvPr>
          <p:cNvSpPr/>
          <p:nvPr/>
        </p:nvSpPr>
        <p:spPr>
          <a:xfrm>
            <a:off x="3374774" y="326440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F7EFE2A0-6409-D8A7-63F1-B0AC45AE5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395020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819DFD2D-9A11-F29E-691B-86A9F28B4CD2}"/>
              </a:ext>
            </a:extLst>
          </p:cNvPr>
          <p:cNvSpPr/>
          <p:nvPr/>
        </p:nvSpPr>
        <p:spPr>
          <a:xfrm>
            <a:off x="2779776" y="393192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DBE1B2E2-20B9-61F7-37DB-A78231F746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5504" y="184708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FFAC790D-9F67-CBD8-7B51-27179F6435E7}"/>
              </a:ext>
            </a:extLst>
          </p:cNvPr>
          <p:cNvSpPr/>
          <p:nvPr/>
        </p:nvSpPr>
        <p:spPr>
          <a:xfrm>
            <a:off x="6388041" y="231449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0.8</a:t>
            </a:r>
            <a:endParaRPr lang="en-US" sz="88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F4B62726-9706-3FF7-4012-3F7E95D70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5504" y="289864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98DA2E1F-5B95-AE15-C974-38C152189E42}"/>
              </a:ext>
            </a:extLst>
          </p:cNvPr>
          <p:cNvSpPr/>
          <p:nvPr/>
        </p:nvSpPr>
        <p:spPr>
          <a:xfrm>
            <a:off x="6388041" y="337413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-0.4</a:t>
            </a:r>
            <a:endParaRPr lang="en-US" sz="88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7C5AF3-DDD5-6C53-1465-7CA270D2D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432278"/>
              </p:ext>
            </p:extLst>
          </p:nvPr>
        </p:nvGraphicFramePr>
        <p:xfrm>
          <a:off x="9964454" y="1499615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AA4B1132-6FFB-BFCD-F32A-DF3FEBA2E4E4}"/>
              </a:ext>
            </a:extLst>
          </p:cNvPr>
          <p:cNvSpPr txBox="1"/>
          <p:nvPr/>
        </p:nvSpPr>
        <p:spPr>
          <a:xfrm>
            <a:off x="320040" y="624452"/>
            <a:ext cx="841595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What should the correct answer be for this input? How do we know/determine that?</a:t>
            </a:r>
          </a:p>
        </p:txBody>
      </p:sp>
    </p:spTree>
    <p:extLst>
      <p:ext uri="{BB962C8B-B14F-4D97-AF65-F5344CB8AC3E}">
        <p14:creationId xmlns:p14="http://schemas.microsoft.com/office/powerpoint/2010/main" val="273352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D334-4D61-21EA-9794-296C5B10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AF3805-9A82-7C71-0742-81615F0F2FEA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4C5415-855A-A7FA-A638-B01FFCC25E51}"/>
              </a:ext>
            </a:extLst>
          </p:cNvPr>
          <p:cNvSpPr/>
          <p:nvPr/>
        </p:nvSpPr>
        <p:spPr>
          <a:xfrm>
            <a:off x="1060704" y="160934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FC12DA-5BE1-C7F5-4557-EDA0E72EC913}"/>
              </a:ext>
            </a:extLst>
          </p:cNvPr>
          <p:cNvSpPr/>
          <p:nvPr/>
        </p:nvSpPr>
        <p:spPr>
          <a:xfrm>
            <a:off x="1097280" y="172821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F0138C-B621-A115-7BAB-AC4A44B04220}"/>
              </a:ext>
            </a:extLst>
          </p:cNvPr>
          <p:cNvSpPr/>
          <p:nvPr/>
        </p:nvSpPr>
        <p:spPr>
          <a:xfrm>
            <a:off x="86868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8C382B-5188-1D22-C35A-DEEAB0B6AF52}"/>
              </a:ext>
            </a:extLst>
          </p:cNvPr>
          <p:cNvSpPr/>
          <p:nvPr/>
        </p:nvSpPr>
        <p:spPr>
          <a:xfrm>
            <a:off x="1060704" y="371246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29F8488-2D94-C609-FC8E-59CB81CC0353}"/>
              </a:ext>
            </a:extLst>
          </p:cNvPr>
          <p:cNvSpPr/>
          <p:nvPr/>
        </p:nvSpPr>
        <p:spPr>
          <a:xfrm>
            <a:off x="1097280" y="383133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7BEE62-0421-3184-2F24-9E96E4D29030}"/>
              </a:ext>
            </a:extLst>
          </p:cNvPr>
          <p:cNvSpPr/>
          <p:nvPr/>
        </p:nvSpPr>
        <p:spPr>
          <a:xfrm>
            <a:off x="868680" y="3419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A9F010D-C3BA-FCB9-B8F5-7434760868A1}"/>
              </a:ext>
            </a:extLst>
          </p:cNvPr>
          <p:cNvSpPr/>
          <p:nvPr/>
        </p:nvSpPr>
        <p:spPr>
          <a:xfrm>
            <a:off x="4535424" y="156362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52E006C-1D8B-96F6-9216-2D46C8566CCB}"/>
              </a:ext>
            </a:extLst>
          </p:cNvPr>
          <p:cNvSpPr/>
          <p:nvPr/>
        </p:nvSpPr>
        <p:spPr>
          <a:xfrm>
            <a:off x="4572000" y="168249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1A998C-AD39-AF23-B9DF-6E8EF6AB4200}"/>
              </a:ext>
            </a:extLst>
          </p:cNvPr>
          <p:cNvSpPr/>
          <p:nvPr/>
        </p:nvSpPr>
        <p:spPr>
          <a:xfrm>
            <a:off x="4389120" y="1271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112B7F-96EF-DFF8-07EF-B016C6348C0D}"/>
              </a:ext>
            </a:extLst>
          </p:cNvPr>
          <p:cNvSpPr/>
          <p:nvPr/>
        </p:nvSpPr>
        <p:spPr>
          <a:xfrm>
            <a:off x="4535424" y="366674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C1DC34B-EB7A-2DBF-F22A-21348810C1DB}"/>
              </a:ext>
            </a:extLst>
          </p:cNvPr>
          <p:cNvSpPr/>
          <p:nvPr/>
        </p:nvSpPr>
        <p:spPr>
          <a:xfrm>
            <a:off x="4572000" y="378561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C5CCB9-0E4C-1D6B-65AD-C8AE6116AF85}"/>
              </a:ext>
            </a:extLst>
          </p:cNvPr>
          <p:cNvSpPr/>
          <p:nvPr/>
        </p:nvSpPr>
        <p:spPr>
          <a:xfrm>
            <a:off x="4389120" y="3374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832750A-460B-9EE3-B612-8110B23C5F07}"/>
              </a:ext>
            </a:extLst>
          </p:cNvPr>
          <p:cNvSpPr/>
          <p:nvPr/>
        </p:nvSpPr>
        <p:spPr>
          <a:xfrm>
            <a:off x="8165592" y="258775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98E1B2-B47F-51BD-A0D8-20DA30492069}"/>
              </a:ext>
            </a:extLst>
          </p:cNvPr>
          <p:cNvSpPr/>
          <p:nvPr/>
        </p:nvSpPr>
        <p:spPr>
          <a:xfrm>
            <a:off x="8202168" y="270662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E65D1DC-C1C1-760A-B410-CFD62F967667}"/>
              </a:ext>
            </a:extLst>
          </p:cNvPr>
          <p:cNvSpPr/>
          <p:nvPr/>
        </p:nvSpPr>
        <p:spPr>
          <a:xfrm>
            <a:off x="8046720" y="2295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419FFB6-EA2E-6F11-52C4-7D9E307D3419}"/>
              </a:ext>
            </a:extLst>
          </p:cNvPr>
          <p:cNvSpPr/>
          <p:nvPr/>
        </p:nvSpPr>
        <p:spPr>
          <a:xfrm>
            <a:off x="4572000" y="233278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36925DC-56EA-2C5F-9D96-A6DACCEF2C94}"/>
              </a:ext>
            </a:extLst>
          </p:cNvPr>
          <p:cNvSpPr/>
          <p:nvPr/>
        </p:nvSpPr>
        <p:spPr>
          <a:xfrm>
            <a:off x="4572000" y="447141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B4528BC-C663-03CC-E223-2F7F6FA017E2}"/>
              </a:ext>
            </a:extLst>
          </p:cNvPr>
          <p:cNvSpPr/>
          <p:nvPr/>
        </p:nvSpPr>
        <p:spPr>
          <a:xfrm>
            <a:off x="8229600" y="357530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5D0076D2-DFDE-1DE4-B5F6-2D2F3466C6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A99CF285-3995-CB8C-87B2-2BFB0D6F7F02}"/>
              </a:ext>
            </a:extLst>
          </p:cNvPr>
          <p:cNvSpPr/>
          <p:nvPr/>
        </p:nvSpPr>
        <p:spPr>
          <a:xfrm>
            <a:off x="2725975" y="182880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46D84281-8DC4-4E1A-2DC9-CC5C99F5B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5ABE5133-DD83-5C72-FB5A-6ABDBB657134}"/>
              </a:ext>
            </a:extLst>
          </p:cNvPr>
          <p:cNvSpPr/>
          <p:nvPr/>
        </p:nvSpPr>
        <p:spPr>
          <a:xfrm>
            <a:off x="3374774" y="238041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5D543539-1061-ACE5-C146-5ED584F1D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1D35D36E-1F15-0143-6B2C-186FCC40EB47}"/>
              </a:ext>
            </a:extLst>
          </p:cNvPr>
          <p:cNvSpPr/>
          <p:nvPr/>
        </p:nvSpPr>
        <p:spPr>
          <a:xfrm>
            <a:off x="3374774" y="326440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8248C864-0486-A82C-6728-971F8355B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395020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62CF39E8-C887-033F-BB4C-7EF4851ABF7D}"/>
              </a:ext>
            </a:extLst>
          </p:cNvPr>
          <p:cNvSpPr/>
          <p:nvPr/>
        </p:nvSpPr>
        <p:spPr>
          <a:xfrm>
            <a:off x="2779776" y="393192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06383AC3-5AF1-3D0C-3E6B-059AD4E07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5504" y="184708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881D12F4-901F-FC7D-EE34-8054D639C465}"/>
              </a:ext>
            </a:extLst>
          </p:cNvPr>
          <p:cNvSpPr/>
          <p:nvPr/>
        </p:nvSpPr>
        <p:spPr>
          <a:xfrm>
            <a:off x="6388041" y="231449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0.8</a:t>
            </a:r>
            <a:endParaRPr lang="en-US" sz="88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11B4D3F3-71BF-1D23-5763-3D7D84F32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5504" y="289864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AB179E89-81A5-1019-38C1-8C4DCC9488E8}"/>
              </a:ext>
            </a:extLst>
          </p:cNvPr>
          <p:cNvSpPr/>
          <p:nvPr/>
        </p:nvSpPr>
        <p:spPr>
          <a:xfrm>
            <a:off x="6388041" y="337413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-0.4</a:t>
            </a:r>
            <a:endParaRPr lang="en-US" sz="88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1487C5-EFB2-4856-A077-E11818856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871429"/>
              </p:ext>
            </p:extLst>
          </p:nvPr>
        </p:nvGraphicFramePr>
        <p:xfrm>
          <a:off x="9964454" y="1499615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1673C28-1589-614C-E9EC-87BCD2E3F32A}"/>
              </a:ext>
            </a:extLst>
          </p:cNvPr>
          <p:cNvSpPr txBox="1"/>
          <p:nvPr/>
        </p:nvSpPr>
        <p:spPr>
          <a:xfrm>
            <a:off x="320040" y="624452"/>
            <a:ext cx="6069675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Is the current output correct? If not, is it too high or too low?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5936FD-EC00-18E5-9AF8-935932F3B693}"/>
              </a:ext>
            </a:extLst>
          </p:cNvPr>
          <p:cNvSpPr txBox="1"/>
          <p:nvPr/>
        </p:nvSpPr>
        <p:spPr>
          <a:xfrm>
            <a:off x="8733616" y="2599873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2757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58CB-AB98-8860-E0AB-AC10C22C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88FE59-8271-69E1-D655-E7232FBA58D5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ED4F18-6D09-0A2B-6092-86E66CFFCEC2}"/>
              </a:ext>
            </a:extLst>
          </p:cNvPr>
          <p:cNvSpPr/>
          <p:nvPr/>
        </p:nvSpPr>
        <p:spPr>
          <a:xfrm>
            <a:off x="1060704" y="160934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B43543A-82CB-C19E-C98B-CBCE22C10FA0}"/>
              </a:ext>
            </a:extLst>
          </p:cNvPr>
          <p:cNvSpPr/>
          <p:nvPr/>
        </p:nvSpPr>
        <p:spPr>
          <a:xfrm>
            <a:off x="1097280" y="172821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1232CF-E05D-6C84-B203-19426AFB3A57}"/>
              </a:ext>
            </a:extLst>
          </p:cNvPr>
          <p:cNvSpPr/>
          <p:nvPr/>
        </p:nvSpPr>
        <p:spPr>
          <a:xfrm>
            <a:off x="868680" y="13167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F0AFE81-EF47-0F9F-6C2D-D97FE3D1075E}"/>
              </a:ext>
            </a:extLst>
          </p:cNvPr>
          <p:cNvSpPr/>
          <p:nvPr/>
        </p:nvSpPr>
        <p:spPr>
          <a:xfrm>
            <a:off x="1060704" y="371246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6116316-CA0B-374F-7849-F36E3E8926F7}"/>
              </a:ext>
            </a:extLst>
          </p:cNvPr>
          <p:cNvSpPr/>
          <p:nvPr/>
        </p:nvSpPr>
        <p:spPr>
          <a:xfrm>
            <a:off x="1097280" y="383133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2BE76C-4573-C5C6-FE79-CF2ADFBC554E}"/>
              </a:ext>
            </a:extLst>
          </p:cNvPr>
          <p:cNvSpPr/>
          <p:nvPr/>
        </p:nvSpPr>
        <p:spPr>
          <a:xfrm>
            <a:off x="868680" y="3419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D84A1CD-FAF3-9C1F-4435-FF48560C11B3}"/>
              </a:ext>
            </a:extLst>
          </p:cNvPr>
          <p:cNvSpPr/>
          <p:nvPr/>
        </p:nvSpPr>
        <p:spPr>
          <a:xfrm>
            <a:off x="4535424" y="156362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A84F7A-2F36-238F-9A2F-3FA7BE0E2B89}"/>
              </a:ext>
            </a:extLst>
          </p:cNvPr>
          <p:cNvSpPr/>
          <p:nvPr/>
        </p:nvSpPr>
        <p:spPr>
          <a:xfrm>
            <a:off x="4572000" y="168249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D0E77ED-7D51-D75E-9D8A-515DB1BE60B6}"/>
              </a:ext>
            </a:extLst>
          </p:cNvPr>
          <p:cNvSpPr/>
          <p:nvPr/>
        </p:nvSpPr>
        <p:spPr>
          <a:xfrm>
            <a:off x="4389120" y="1271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FCD77FA-8E9D-A27B-36B2-1219AE2BBBE8}"/>
              </a:ext>
            </a:extLst>
          </p:cNvPr>
          <p:cNvSpPr/>
          <p:nvPr/>
        </p:nvSpPr>
        <p:spPr>
          <a:xfrm>
            <a:off x="4535424" y="366674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FA863A3-E043-084E-BEAF-B633DED25146}"/>
              </a:ext>
            </a:extLst>
          </p:cNvPr>
          <p:cNvSpPr/>
          <p:nvPr/>
        </p:nvSpPr>
        <p:spPr>
          <a:xfrm>
            <a:off x="4572000" y="378561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6BA557-75AA-2FC9-B25F-95973F623A4C}"/>
              </a:ext>
            </a:extLst>
          </p:cNvPr>
          <p:cNvSpPr/>
          <p:nvPr/>
        </p:nvSpPr>
        <p:spPr>
          <a:xfrm>
            <a:off x="4389120" y="3374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5FBE031-D8C1-EE4A-7CAC-3DDD5D96908A}"/>
              </a:ext>
            </a:extLst>
          </p:cNvPr>
          <p:cNvSpPr/>
          <p:nvPr/>
        </p:nvSpPr>
        <p:spPr>
          <a:xfrm>
            <a:off x="8165592" y="258775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D0119FB-781A-E7C5-BCF4-EE66424680C7}"/>
              </a:ext>
            </a:extLst>
          </p:cNvPr>
          <p:cNvSpPr/>
          <p:nvPr/>
        </p:nvSpPr>
        <p:spPr>
          <a:xfrm>
            <a:off x="8202168" y="270662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BADB974-3796-B9CC-9704-4B2013F6469C}"/>
              </a:ext>
            </a:extLst>
          </p:cNvPr>
          <p:cNvSpPr/>
          <p:nvPr/>
        </p:nvSpPr>
        <p:spPr>
          <a:xfrm>
            <a:off x="8046720" y="2295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C62E27-AB2A-41CD-4385-189624956815}"/>
              </a:ext>
            </a:extLst>
          </p:cNvPr>
          <p:cNvSpPr/>
          <p:nvPr/>
        </p:nvSpPr>
        <p:spPr>
          <a:xfrm>
            <a:off x="4572000" y="233278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0D576C2-6314-956A-5D83-CB3990751595}"/>
              </a:ext>
            </a:extLst>
          </p:cNvPr>
          <p:cNvSpPr/>
          <p:nvPr/>
        </p:nvSpPr>
        <p:spPr>
          <a:xfrm>
            <a:off x="4572000" y="447141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0BB26D8-4D98-FAA8-9905-1A35595EDD7E}"/>
              </a:ext>
            </a:extLst>
          </p:cNvPr>
          <p:cNvSpPr/>
          <p:nvPr/>
        </p:nvSpPr>
        <p:spPr>
          <a:xfrm>
            <a:off x="8229600" y="357530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13EA790F-803B-790C-A4A9-9A5FEA86F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FFA9CB51-9380-7F68-3023-0ECB4CB7D64C}"/>
              </a:ext>
            </a:extLst>
          </p:cNvPr>
          <p:cNvSpPr/>
          <p:nvPr/>
        </p:nvSpPr>
        <p:spPr>
          <a:xfrm>
            <a:off x="2725975" y="182880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39222D6C-D75B-48DC-5309-579DCD436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B28778A2-69BD-B374-92A5-4C85EE431302}"/>
              </a:ext>
            </a:extLst>
          </p:cNvPr>
          <p:cNvSpPr/>
          <p:nvPr/>
        </p:nvSpPr>
        <p:spPr>
          <a:xfrm>
            <a:off x="3374774" y="238041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2683FF00-2BDF-7FBD-98AB-49DE7966B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8" y="184708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29AAB100-6296-A9C8-B793-7F1EB6B74B6E}"/>
              </a:ext>
            </a:extLst>
          </p:cNvPr>
          <p:cNvSpPr/>
          <p:nvPr/>
        </p:nvSpPr>
        <p:spPr>
          <a:xfrm>
            <a:off x="3374774" y="326440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1DC43152-D9AE-07A9-9ACD-8EF847419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8" y="395020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F2B158BE-193F-710E-2663-4BFE00967640}"/>
              </a:ext>
            </a:extLst>
          </p:cNvPr>
          <p:cNvSpPr/>
          <p:nvPr/>
        </p:nvSpPr>
        <p:spPr>
          <a:xfrm>
            <a:off x="2779776" y="393192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40EC9F57-44A5-C9B5-8B08-37887E67EA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5504" y="184708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C8033199-08AC-7ED4-BEF6-FF9C677B46EE}"/>
              </a:ext>
            </a:extLst>
          </p:cNvPr>
          <p:cNvSpPr/>
          <p:nvPr/>
        </p:nvSpPr>
        <p:spPr>
          <a:xfrm>
            <a:off x="6388041" y="231449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0.8</a:t>
            </a:r>
            <a:endParaRPr lang="en-US" sz="88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6F8289C7-4745-CDA9-6B4D-B299501CC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5504" y="289864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644F9BC0-BFA8-2CCF-94C2-E816A31016DC}"/>
              </a:ext>
            </a:extLst>
          </p:cNvPr>
          <p:cNvSpPr/>
          <p:nvPr/>
        </p:nvSpPr>
        <p:spPr>
          <a:xfrm>
            <a:off x="6388041" y="337413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-0.4</a:t>
            </a:r>
            <a:endParaRPr lang="en-US" sz="88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8804A2-5386-BE22-ADCB-6F912552D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57295"/>
              </p:ext>
            </p:extLst>
          </p:nvPr>
        </p:nvGraphicFramePr>
        <p:xfrm>
          <a:off x="9964454" y="1499615"/>
          <a:ext cx="2023330" cy="536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F561ACC7-C784-0D31-81C7-7640E6D4B18F}"/>
              </a:ext>
            </a:extLst>
          </p:cNvPr>
          <p:cNvSpPr txBox="1"/>
          <p:nvPr/>
        </p:nvSpPr>
        <p:spPr>
          <a:xfrm>
            <a:off x="320040" y="624452"/>
            <a:ext cx="654692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If it is wrong, who can we blame? How was the value calculated?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BB47B5-899E-840E-34D5-E22FB90DCB9C}"/>
              </a:ext>
            </a:extLst>
          </p:cNvPr>
          <p:cNvSpPr txBox="1"/>
          <p:nvPr/>
        </p:nvSpPr>
        <p:spPr>
          <a:xfrm>
            <a:off x="8733616" y="2599873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4BEB2-3DC6-69CC-1241-EB414B99577C}"/>
              </a:ext>
            </a:extLst>
          </p:cNvPr>
          <p:cNvSpPr txBox="1"/>
          <p:nvPr/>
        </p:nvSpPr>
        <p:spPr>
          <a:xfrm>
            <a:off x="2542784" y="5404981"/>
            <a:ext cx="4532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out = </a:t>
            </a:r>
            <a:r>
              <a:rPr lang="en-AU" sz="2400" dirty="0" err="1"/>
              <a:t>ReLU</a:t>
            </a:r>
            <a:r>
              <a:rPr lang="en-AU" sz="2400" dirty="0"/>
              <a:t>(</a:t>
            </a:r>
            <a:r>
              <a:rPr lang="en-AU" sz="2400" i="1" dirty="0"/>
              <a:t>0.8 h1 + -0.4 h2 + 0.5</a:t>
            </a:r>
            <a:r>
              <a:rPr lang="en-AU" sz="2400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C82D85-75E9-55A0-0BBF-E8A1244AB59C}"/>
              </a:ext>
            </a:extLst>
          </p:cNvPr>
          <p:cNvSpPr txBox="1"/>
          <p:nvPr/>
        </p:nvSpPr>
        <p:spPr>
          <a:xfrm>
            <a:off x="8607436" y="2661754"/>
            <a:ext cx="326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410811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2DF7-D8CB-D225-AC66-D2B08093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DD8F32-A16A-D511-1F1A-5C3BBFCD26CD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69DE01-AEAD-1C74-E302-E89C856BFA30}"/>
              </a:ext>
            </a:extLst>
          </p:cNvPr>
          <p:cNvSpPr/>
          <p:nvPr/>
        </p:nvSpPr>
        <p:spPr>
          <a:xfrm>
            <a:off x="628556" y="3383280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C71D30-EAD2-AE61-7576-DFA4FC7B2B81}"/>
              </a:ext>
            </a:extLst>
          </p:cNvPr>
          <p:cNvSpPr/>
          <p:nvPr/>
        </p:nvSpPr>
        <p:spPr>
          <a:xfrm>
            <a:off x="665132" y="3502152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BF68C0-818A-0790-532F-341BD09359A5}"/>
              </a:ext>
            </a:extLst>
          </p:cNvPr>
          <p:cNvSpPr/>
          <p:nvPr/>
        </p:nvSpPr>
        <p:spPr>
          <a:xfrm>
            <a:off x="436532" y="3090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882F24E-77D0-FD46-94A4-0D06678918B8}"/>
              </a:ext>
            </a:extLst>
          </p:cNvPr>
          <p:cNvSpPr/>
          <p:nvPr/>
        </p:nvSpPr>
        <p:spPr>
          <a:xfrm>
            <a:off x="628556" y="5486400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5CD374-C3F5-F21D-86B6-BC41EF9ECBD7}"/>
              </a:ext>
            </a:extLst>
          </p:cNvPr>
          <p:cNvSpPr/>
          <p:nvPr/>
        </p:nvSpPr>
        <p:spPr>
          <a:xfrm>
            <a:off x="665132" y="5605272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FD689E-6F33-2517-3F5F-BE3BFBBFD8EB}"/>
              </a:ext>
            </a:extLst>
          </p:cNvPr>
          <p:cNvSpPr/>
          <p:nvPr/>
        </p:nvSpPr>
        <p:spPr>
          <a:xfrm>
            <a:off x="436532" y="5193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1AA77EE-1F63-F177-3425-6FCBAA42278D}"/>
              </a:ext>
            </a:extLst>
          </p:cNvPr>
          <p:cNvSpPr/>
          <p:nvPr/>
        </p:nvSpPr>
        <p:spPr>
          <a:xfrm>
            <a:off x="4103276" y="3337560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F2C18EC-DBE2-412E-3EF2-8F170E50C014}"/>
              </a:ext>
            </a:extLst>
          </p:cNvPr>
          <p:cNvSpPr/>
          <p:nvPr/>
        </p:nvSpPr>
        <p:spPr>
          <a:xfrm>
            <a:off x="4139852" y="3456432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67463B-BC5E-6451-4454-7AAAD94EB3BC}"/>
              </a:ext>
            </a:extLst>
          </p:cNvPr>
          <p:cNvSpPr/>
          <p:nvPr/>
        </p:nvSpPr>
        <p:spPr>
          <a:xfrm>
            <a:off x="3956972" y="3073447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698F9AA-8472-1762-91EB-CD057CE995FF}"/>
              </a:ext>
            </a:extLst>
          </p:cNvPr>
          <p:cNvSpPr/>
          <p:nvPr/>
        </p:nvSpPr>
        <p:spPr>
          <a:xfrm>
            <a:off x="4103276" y="5440680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DC9E27B-0768-B255-4893-BD59773462B5}"/>
              </a:ext>
            </a:extLst>
          </p:cNvPr>
          <p:cNvSpPr/>
          <p:nvPr/>
        </p:nvSpPr>
        <p:spPr>
          <a:xfrm>
            <a:off x="4139852" y="5559552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412666-7C92-96EE-9844-C8FE899E0AF7}"/>
              </a:ext>
            </a:extLst>
          </p:cNvPr>
          <p:cNvSpPr/>
          <p:nvPr/>
        </p:nvSpPr>
        <p:spPr>
          <a:xfrm>
            <a:off x="3956972" y="5148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F40901D-3BA4-B3F0-B319-DDB10588FA5A}"/>
              </a:ext>
            </a:extLst>
          </p:cNvPr>
          <p:cNvSpPr/>
          <p:nvPr/>
        </p:nvSpPr>
        <p:spPr>
          <a:xfrm>
            <a:off x="7733444" y="4361688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32EAA0-7A6E-3F34-ED2C-0D1CFFA984AD}"/>
              </a:ext>
            </a:extLst>
          </p:cNvPr>
          <p:cNvSpPr/>
          <p:nvPr/>
        </p:nvSpPr>
        <p:spPr>
          <a:xfrm>
            <a:off x="7770020" y="4480560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9C4C92B-E4C0-CDC4-9290-0A98B353ACD9}"/>
              </a:ext>
            </a:extLst>
          </p:cNvPr>
          <p:cNvSpPr/>
          <p:nvPr/>
        </p:nvSpPr>
        <p:spPr>
          <a:xfrm>
            <a:off x="7614572" y="40690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1FC115A-3E79-F24F-5065-FAA779ECA060}"/>
              </a:ext>
            </a:extLst>
          </p:cNvPr>
          <p:cNvSpPr/>
          <p:nvPr/>
        </p:nvSpPr>
        <p:spPr>
          <a:xfrm>
            <a:off x="4139852" y="4106719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EC71C0A-111B-4120-B081-A65A8B0F741E}"/>
              </a:ext>
            </a:extLst>
          </p:cNvPr>
          <p:cNvSpPr/>
          <p:nvPr/>
        </p:nvSpPr>
        <p:spPr>
          <a:xfrm>
            <a:off x="4139852" y="6245352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57264DA-2350-25C0-8C91-C4A4D4D2165C}"/>
              </a:ext>
            </a:extLst>
          </p:cNvPr>
          <p:cNvSpPr/>
          <p:nvPr/>
        </p:nvSpPr>
        <p:spPr>
          <a:xfrm>
            <a:off x="7797452" y="5349240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</a:rPr>
              <a:t>b = 0.5</a:t>
            </a:r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3374C213-BCF0-8D1C-2B14-091DEC122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340" y="3621024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2C66BCE3-B1EE-C5D7-C562-FA9BD28F71FD}"/>
              </a:ext>
            </a:extLst>
          </p:cNvPr>
          <p:cNvSpPr/>
          <p:nvPr/>
        </p:nvSpPr>
        <p:spPr>
          <a:xfrm>
            <a:off x="2293827" y="360273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DE2DEEAE-BE41-253F-6460-BB1545055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6340" y="3621024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FE487334-EA30-8B18-1C6D-52243CAEA8D4}"/>
              </a:ext>
            </a:extLst>
          </p:cNvPr>
          <p:cNvSpPr/>
          <p:nvPr/>
        </p:nvSpPr>
        <p:spPr>
          <a:xfrm>
            <a:off x="2942626" y="4154353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B059F395-3783-F1E7-8282-F11366457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6340" y="3621024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9954269B-0222-D8FE-D27A-6B30D61B3CFF}"/>
              </a:ext>
            </a:extLst>
          </p:cNvPr>
          <p:cNvSpPr/>
          <p:nvPr/>
        </p:nvSpPr>
        <p:spPr>
          <a:xfrm>
            <a:off x="2942626" y="5038344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D1B3BCED-F892-C85A-DD32-58A0D906A3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340" y="5724144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2D56FFD6-8D70-10BA-FE16-C800816A1758}"/>
              </a:ext>
            </a:extLst>
          </p:cNvPr>
          <p:cNvSpPr/>
          <p:nvPr/>
        </p:nvSpPr>
        <p:spPr>
          <a:xfrm>
            <a:off x="2347628" y="570585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679EF88C-FFC5-7309-98EC-4F23174CE4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3356" y="3621024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6C952F3C-15A3-FF41-0A2A-73B62FBAE75B}"/>
              </a:ext>
            </a:extLst>
          </p:cNvPr>
          <p:cNvSpPr/>
          <p:nvPr/>
        </p:nvSpPr>
        <p:spPr>
          <a:xfrm>
            <a:off x="5955893" y="4088431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0000"/>
                </a:solidFill>
              </a:rPr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A9C61783-651B-8B5E-825F-752A6175D2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3356" y="4672584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9FFD219B-96CB-E737-319D-2CB8A6ED9C5F}"/>
              </a:ext>
            </a:extLst>
          </p:cNvPr>
          <p:cNvSpPr/>
          <p:nvPr/>
        </p:nvSpPr>
        <p:spPr>
          <a:xfrm>
            <a:off x="5955893" y="5148072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0000"/>
                </a:solidFill>
              </a:rPr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A87A48-D7F2-B98F-1DFE-E4A10AF41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604866"/>
              </p:ext>
            </p:extLst>
          </p:nvPr>
        </p:nvGraphicFramePr>
        <p:xfrm>
          <a:off x="9964454" y="1499615"/>
          <a:ext cx="2023330" cy="536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14E3481-F391-C336-3D01-55FF9C073813}"/>
              </a:ext>
            </a:extLst>
          </p:cNvPr>
          <p:cNvSpPr txBox="1"/>
          <p:nvPr/>
        </p:nvSpPr>
        <p:spPr>
          <a:xfrm>
            <a:off x="320040" y="624452"/>
            <a:ext cx="9516901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Let’s start by blaming the weights (0.8 and -0.4) and bias (0.2). </a:t>
            </a:r>
          </a:p>
          <a:p>
            <a:r>
              <a:rPr lang="en-AU" i="1" dirty="0">
                <a:solidFill>
                  <a:srgbClr val="0070C0"/>
                </a:solidFill>
              </a:rPr>
              <a:t>In order to get the output to increase, should we increase or decrease those weights (and bias)?</a:t>
            </a:r>
          </a:p>
          <a:p>
            <a:r>
              <a:rPr lang="en-AU" i="1" dirty="0">
                <a:solidFill>
                  <a:srgbClr val="0070C0"/>
                </a:solidFill>
              </a:rPr>
              <a:t>Does it matter whether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and h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 are positive or zero?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6840A1-4E65-719D-D9C8-CE3CF6C14A8D}"/>
              </a:ext>
            </a:extLst>
          </p:cNvPr>
          <p:cNvSpPr txBox="1"/>
          <p:nvPr/>
        </p:nvSpPr>
        <p:spPr>
          <a:xfrm>
            <a:off x="8442103" y="4462272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06E6E1-2E07-339E-1A5F-5BA2E6AE1E28}"/>
              </a:ext>
            </a:extLst>
          </p:cNvPr>
          <p:cNvSpPr txBox="1"/>
          <p:nvPr/>
        </p:nvSpPr>
        <p:spPr>
          <a:xfrm>
            <a:off x="8193682" y="4495056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299294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B40E-5961-7628-9CD2-0E0A7B7E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C83FD0-85A3-F24B-133D-AFE6CADD310A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AEE5530-74E3-4000-ABD1-BB223644C2EA}"/>
              </a:ext>
            </a:extLst>
          </p:cNvPr>
          <p:cNvSpPr/>
          <p:nvPr/>
        </p:nvSpPr>
        <p:spPr>
          <a:xfrm>
            <a:off x="529630" y="257505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E53AFB-18DE-5382-D0B6-2B854EB87211}"/>
              </a:ext>
            </a:extLst>
          </p:cNvPr>
          <p:cNvSpPr/>
          <p:nvPr/>
        </p:nvSpPr>
        <p:spPr>
          <a:xfrm>
            <a:off x="566206" y="269392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AF2E9E-328E-3170-A683-62E04E1E89B7}"/>
              </a:ext>
            </a:extLst>
          </p:cNvPr>
          <p:cNvSpPr/>
          <p:nvPr/>
        </p:nvSpPr>
        <p:spPr>
          <a:xfrm>
            <a:off x="337606" y="22824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FA9CB2-1DCE-3847-4749-E76ED6409BDF}"/>
              </a:ext>
            </a:extLst>
          </p:cNvPr>
          <p:cNvSpPr/>
          <p:nvPr/>
        </p:nvSpPr>
        <p:spPr>
          <a:xfrm>
            <a:off x="529630" y="467817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B2A4B4-634E-655C-5CC1-7B387DE5F18F}"/>
              </a:ext>
            </a:extLst>
          </p:cNvPr>
          <p:cNvSpPr/>
          <p:nvPr/>
        </p:nvSpPr>
        <p:spPr>
          <a:xfrm>
            <a:off x="566206" y="479704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D60FEDF-0ECB-9462-ECE7-B127C9998747}"/>
              </a:ext>
            </a:extLst>
          </p:cNvPr>
          <p:cNvSpPr/>
          <p:nvPr/>
        </p:nvSpPr>
        <p:spPr>
          <a:xfrm>
            <a:off x="337606" y="43855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9922C7D-4795-C49C-DEE1-FBF7295CB87D}"/>
              </a:ext>
            </a:extLst>
          </p:cNvPr>
          <p:cNvSpPr/>
          <p:nvPr/>
        </p:nvSpPr>
        <p:spPr>
          <a:xfrm>
            <a:off x="4004350" y="252933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AU">
              <a:solidFill>
                <a:srgbClr val="FF0000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8E552A5-7086-34CC-7085-87834A6DEAA6}"/>
              </a:ext>
            </a:extLst>
          </p:cNvPr>
          <p:cNvSpPr/>
          <p:nvPr/>
        </p:nvSpPr>
        <p:spPr>
          <a:xfrm>
            <a:off x="4040926" y="264820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8D27220-79D5-C2A4-32F2-FF501A1B3537}"/>
              </a:ext>
            </a:extLst>
          </p:cNvPr>
          <p:cNvSpPr/>
          <p:nvPr/>
        </p:nvSpPr>
        <p:spPr>
          <a:xfrm>
            <a:off x="3858046" y="226522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0000"/>
                </a:solidFill>
              </a:rPr>
              <a:t>h</a:t>
            </a:r>
            <a:r>
              <a:rPr lang="en-US" sz="1050" b="1" baseline="-25000" dirty="0">
                <a:solidFill>
                  <a:srgbClr val="FF0000"/>
                </a:solidFill>
              </a:rPr>
              <a:t>1</a:t>
            </a:r>
            <a:endParaRPr lang="en-US" sz="1050" baseline="-25000" dirty="0">
              <a:solidFill>
                <a:srgbClr val="FF0000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11C8AA7-6DD3-0C87-1692-38F46D287BE5}"/>
              </a:ext>
            </a:extLst>
          </p:cNvPr>
          <p:cNvSpPr/>
          <p:nvPr/>
        </p:nvSpPr>
        <p:spPr>
          <a:xfrm>
            <a:off x="4004350" y="463245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51305F-60A5-6642-5DAA-3C4ABF46F1DD}"/>
              </a:ext>
            </a:extLst>
          </p:cNvPr>
          <p:cNvSpPr/>
          <p:nvPr/>
        </p:nvSpPr>
        <p:spPr>
          <a:xfrm>
            <a:off x="4040926" y="475132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3F6854-67F2-E39B-728E-B54E7A3F3BBB}"/>
              </a:ext>
            </a:extLst>
          </p:cNvPr>
          <p:cNvSpPr/>
          <p:nvPr/>
        </p:nvSpPr>
        <p:spPr>
          <a:xfrm>
            <a:off x="3858046" y="43398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0000"/>
                </a:solidFill>
              </a:rPr>
              <a:t>h</a:t>
            </a:r>
            <a:r>
              <a:rPr lang="en-US" sz="1050" b="1" baseline="-25000" dirty="0">
                <a:solidFill>
                  <a:srgbClr val="FF0000"/>
                </a:solidFill>
              </a:rPr>
              <a:t>2</a:t>
            </a:r>
            <a:endParaRPr lang="en-US" sz="1050" baseline="-25000" dirty="0">
              <a:solidFill>
                <a:srgbClr val="FF0000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C9B3D67-EB60-3613-BC22-28C5F5729481}"/>
              </a:ext>
            </a:extLst>
          </p:cNvPr>
          <p:cNvSpPr/>
          <p:nvPr/>
        </p:nvSpPr>
        <p:spPr>
          <a:xfrm>
            <a:off x="7634518" y="355346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0B5AD91-FCA9-BFB4-2CEF-7A4C9E959A1A}"/>
              </a:ext>
            </a:extLst>
          </p:cNvPr>
          <p:cNvSpPr/>
          <p:nvPr/>
        </p:nvSpPr>
        <p:spPr>
          <a:xfrm>
            <a:off x="7671094" y="367233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0F73EC1-3D23-80EC-F0EE-D39F695E664E}"/>
              </a:ext>
            </a:extLst>
          </p:cNvPr>
          <p:cNvSpPr/>
          <p:nvPr/>
        </p:nvSpPr>
        <p:spPr>
          <a:xfrm>
            <a:off x="7515646" y="326085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AA08F74-5EC5-1D7C-21CB-468FB95D6663}"/>
              </a:ext>
            </a:extLst>
          </p:cNvPr>
          <p:cNvSpPr/>
          <p:nvPr/>
        </p:nvSpPr>
        <p:spPr>
          <a:xfrm>
            <a:off x="4040926" y="329849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E514D0D-B6B7-20F3-67C4-CBDA159C68D7}"/>
              </a:ext>
            </a:extLst>
          </p:cNvPr>
          <p:cNvSpPr/>
          <p:nvPr/>
        </p:nvSpPr>
        <p:spPr>
          <a:xfrm>
            <a:off x="4040926" y="543712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2F1B92A-8312-8FBE-12FD-A9D265ABC7D4}"/>
              </a:ext>
            </a:extLst>
          </p:cNvPr>
          <p:cNvSpPr/>
          <p:nvPr/>
        </p:nvSpPr>
        <p:spPr>
          <a:xfrm>
            <a:off x="7698526" y="454101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28AEC4EE-2DDE-49F5-974A-6C45E4FB1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5B6552D5-76A4-49E7-AF4D-6F51DBBDDDF0}"/>
              </a:ext>
            </a:extLst>
          </p:cNvPr>
          <p:cNvSpPr/>
          <p:nvPr/>
        </p:nvSpPr>
        <p:spPr>
          <a:xfrm>
            <a:off x="2194901" y="279451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E7CAD3BF-61DD-251E-2390-0D0ECC5B95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963F1038-9442-B4C1-0A95-B42ECAFBD66D}"/>
              </a:ext>
            </a:extLst>
          </p:cNvPr>
          <p:cNvSpPr/>
          <p:nvPr/>
        </p:nvSpPr>
        <p:spPr>
          <a:xfrm>
            <a:off x="2843700" y="334612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91E130EC-CFD2-E968-9BDA-5F9C540E1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2F72161F-CBB2-8D77-DA43-2A0B02D6D9F8}"/>
              </a:ext>
            </a:extLst>
          </p:cNvPr>
          <p:cNvSpPr/>
          <p:nvPr/>
        </p:nvSpPr>
        <p:spPr>
          <a:xfrm>
            <a:off x="2843700" y="423011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0F3522BC-2BEC-F3C6-FD3F-D7B78CC0A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491591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BD70CEBB-1CB9-8E43-4AC4-406E88A99269}"/>
              </a:ext>
            </a:extLst>
          </p:cNvPr>
          <p:cNvSpPr/>
          <p:nvPr/>
        </p:nvSpPr>
        <p:spPr>
          <a:xfrm>
            <a:off x="2248702" y="489763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10B15293-9D18-673F-6826-A31166C27E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30" y="281279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A599771C-BF69-0E4D-11FD-E3352BABBB3C}"/>
              </a:ext>
            </a:extLst>
          </p:cNvPr>
          <p:cNvSpPr/>
          <p:nvPr/>
        </p:nvSpPr>
        <p:spPr>
          <a:xfrm>
            <a:off x="5856967" y="328020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4F8B9E0C-353F-03C5-7CF8-1815F8E8B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4430" y="386435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3866D788-FAC0-53C1-44FD-C4BD0338B394}"/>
              </a:ext>
            </a:extLst>
          </p:cNvPr>
          <p:cNvSpPr/>
          <p:nvPr/>
        </p:nvSpPr>
        <p:spPr>
          <a:xfrm>
            <a:off x="5856967" y="433984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314AAA-F8BC-69EE-5909-388597EBB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531203"/>
              </p:ext>
            </p:extLst>
          </p:nvPr>
        </p:nvGraphicFramePr>
        <p:xfrm>
          <a:off x="9964454" y="1363094"/>
          <a:ext cx="2023330" cy="5462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B724B3D-4E57-E19D-8230-822AB2AA4591}"/>
              </a:ext>
            </a:extLst>
          </p:cNvPr>
          <p:cNvSpPr txBox="1"/>
          <p:nvPr/>
        </p:nvSpPr>
        <p:spPr>
          <a:xfrm>
            <a:off x="320040" y="624452"/>
            <a:ext cx="8247642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Next, we blame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and h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</a:p>
          <a:p>
            <a:r>
              <a:rPr lang="en-AU" i="1" dirty="0">
                <a:solidFill>
                  <a:srgbClr val="0070C0"/>
                </a:solidFill>
              </a:rPr>
              <a:t>In order to increase the value of out, should we increase or decrease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and/or h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?</a:t>
            </a:r>
          </a:p>
          <a:p>
            <a:endParaRPr lang="en-AU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9298C5-6958-91B3-B54A-E25C5BA82175}"/>
              </a:ext>
            </a:extLst>
          </p:cNvPr>
          <p:cNvSpPr txBox="1"/>
          <p:nvPr/>
        </p:nvSpPr>
        <p:spPr>
          <a:xfrm>
            <a:off x="8343177" y="3654046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465D9A-F90A-A2F7-2846-8ABDC51C5599}"/>
              </a:ext>
            </a:extLst>
          </p:cNvPr>
          <p:cNvSpPr txBox="1"/>
          <p:nvPr/>
        </p:nvSpPr>
        <p:spPr>
          <a:xfrm>
            <a:off x="8094756" y="3686830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95D666-CC05-A3AC-1971-5EE5F8AB9746}"/>
              </a:ext>
            </a:extLst>
          </p:cNvPr>
          <p:cNvSpPr txBox="1"/>
          <p:nvPr/>
        </p:nvSpPr>
        <p:spPr>
          <a:xfrm>
            <a:off x="6192227" y="3962699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9F0F18-58FC-78CB-3CA1-3C3545816EBB}"/>
              </a:ext>
            </a:extLst>
          </p:cNvPr>
          <p:cNvSpPr txBox="1"/>
          <p:nvPr/>
        </p:nvSpPr>
        <p:spPr>
          <a:xfrm>
            <a:off x="6014917" y="2904170"/>
            <a:ext cx="55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144E88-1326-B8DA-252C-C417F74219BE}"/>
              </a:ext>
            </a:extLst>
          </p:cNvPr>
          <p:cNvSpPr txBox="1"/>
          <p:nvPr/>
        </p:nvSpPr>
        <p:spPr>
          <a:xfrm>
            <a:off x="2378264" y="6095483"/>
            <a:ext cx="4420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out = </a:t>
            </a:r>
            <a:r>
              <a:rPr lang="en-AU" sz="2400" dirty="0" err="1"/>
              <a:t>ReLU</a:t>
            </a:r>
            <a:r>
              <a:rPr lang="en-AU" sz="2400" dirty="0"/>
              <a:t>(</a:t>
            </a:r>
            <a:r>
              <a:rPr lang="en-AU" sz="2400" i="1" dirty="0"/>
              <a:t>0.8 </a:t>
            </a:r>
            <a:r>
              <a:rPr lang="en-AU" sz="2400" i="1" dirty="0">
                <a:solidFill>
                  <a:srgbClr val="FF0000"/>
                </a:solidFill>
              </a:rPr>
              <a:t>h</a:t>
            </a:r>
            <a:r>
              <a:rPr lang="en-AU" sz="2400" i="1" baseline="-25000" dirty="0">
                <a:solidFill>
                  <a:srgbClr val="FF0000"/>
                </a:solidFill>
              </a:rPr>
              <a:t>1</a:t>
            </a:r>
            <a:r>
              <a:rPr lang="en-AU" sz="2400" i="1" dirty="0"/>
              <a:t> + -0.4 </a:t>
            </a:r>
            <a:r>
              <a:rPr lang="en-AU" sz="2400" i="1" dirty="0">
                <a:solidFill>
                  <a:srgbClr val="FF0000"/>
                </a:solidFill>
              </a:rPr>
              <a:t>h</a:t>
            </a:r>
            <a:r>
              <a:rPr lang="en-AU" sz="2400" i="1" baseline="-25000" dirty="0">
                <a:solidFill>
                  <a:srgbClr val="FF0000"/>
                </a:solidFill>
              </a:rPr>
              <a:t>2</a:t>
            </a:r>
            <a:r>
              <a:rPr lang="en-AU" sz="2400" i="1" dirty="0"/>
              <a:t> + 0.5</a:t>
            </a:r>
            <a:r>
              <a:rPr lang="en-AU" sz="2400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2F716D-0DE2-CD75-50A2-06A6E1EA4105}"/>
              </a:ext>
            </a:extLst>
          </p:cNvPr>
          <p:cNvSpPr txBox="1"/>
          <p:nvPr/>
        </p:nvSpPr>
        <p:spPr>
          <a:xfrm>
            <a:off x="8077175" y="4303270"/>
            <a:ext cx="29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1591204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BE0F3-5F28-DB5F-FBFB-9C9D5EEC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3D8BE0-59E7-2787-FB45-A1700EC2662D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112519-557D-519C-391C-CAEB4E0F4B32}"/>
              </a:ext>
            </a:extLst>
          </p:cNvPr>
          <p:cNvSpPr/>
          <p:nvPr/>
        </p:nvSpPr>
        <p:spPr>
          <a:xfrm>
            <a:off x="529630" y="257505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D4D423-4010-F51B-EC03-C5E93B587360}"/>
              </a:ext>
            </a:extLst>
          </p:cNvPr>
          <p:cNvSpPr/>
          <p:nvPr/>
        </p:nvSpPr>
        <p:spPr>
          <a:xfrm>
            <a:off x="566206" y="269392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06F39A-7090-AAE1-0122-767EA8EECEE8}"/>
              </a:ext>
            </a:extLst>
          </p:cNvPr>
          <p:cNvSpPr/>
          <p:nvPr/>
        </p:nvSpPr>
        <p:spPr>
          <a:xfrm>
            <a:off x="337606" y="22824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6D46E81-1587-8750-4BA8-54D0157B3670}"/>
              </a:ext>
            </a:extLst>
          </p:cNvPr>
          <p:cNvSpPr/>
          <p:nvPr/>
        </p:nvSpPr>
        <p:spPr>
          <a:xfrm>
            <a:off x="529630" y="467817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B2795C-400D-B0FA-0190-E4B874967CAE}"/>
              </a:ext>
            </a:extLst>
          </p:cNvPr>
          <p:cNvSpPr/>
          <p:nvPr/>
        </p:nvSpPr>
        <p:spPr>
          <a:xfrm>
            <a:off x="566206" y="479704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5704998-DBFE-C0CD-52D6-5B01D04E3B66}"/>
              </a:ext>
            </a:extLst>
          </p:cNvPr>
          <p:cNvSpPr/>
          <p:nvPr/>
        </p:nvSpPr>
        <p:spPr>
          <a:xfrm>
            <a:off x="337606" y="43855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67C17BC-1EEB-4809-D1CD-5F7F2EAE5033}"/>
              </a:ext>
            </a:extLst>
          </p:cNvPr>
          <p:cNvSpPr/>
          <p:nvPr/>
        </p:nvSpPr>
        <p:spPr>
          <a:xfrm>
            <a:off x="4004350" y="252933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CD0BA5A-5AEC-0E1A-D571-BC71429043CA}"/>
              </a:ext>
            </a:extLst>
          </p:cNvPr>
          <p:cNvSpPr/>
          <p:nvPr/>
        </p:nvSpPr>
        <p:spPr>
          <a:xfrm>
            <a:off x="4040926" y="264820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37208E-B3AA-4F16-1018-A06197A360E1}"/>
              </a:ext>
            </a:extLst>
          </p:cNvPr>
          <p:cNvSpPr/>
          <p:nvPr/>
        </p:nvSpPr>
        <p:spPr>
          <a:xfrm>
            <a:off x="3858046" y="226522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7AE030A-BA79-5CBA-6579-2D2E5EDFBB82}"/>
              </a:ext>
            </a:extLst>
          </p:cNvPr>
          <p:cNvSpPr/>
          <p:nvPr/>
        </p:nvSpPr>
        <p:spPr>
          <a:xfrm>
            <a:off x="4004350" y="463245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1C71EC3-6492-A266-EE68-8DE8A90443CF}"/>
              </a:ext>
            </a:extLst>
          </p:cNvPr>
          <p:cNvSpPr/>
          <p:nvPr/>
        </p:nvSpPr>
        <p:spPr>
          <a:xfrm>
            <a:off x="4040926" y="475132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BDA7F5-CB98-DD0E-FB31-60C41B1CB633}"/>
              </a:ext>
            </a:extLst>
          </p:cNvPr>
          <p:cNvSpPr/>
          <p:nvPr/>
        </p:nvSpPr>
        <p:spPr>
          <a:xfrm>
            <a:off x="3858046" y="43398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F9FB829-283F-1B67-B7C7-66B56F3D24A6}"/>
              </a:ext>
            </a:extLst>
          </p:cNvPr>
          <p:cNvSpPr/>
          <p:nvPr/>
        </p:nvSpPr>
        <p:spPr>
          <a:xfrm>
            <a:off x="7634518" y="355346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5613B4-C70F-2554-E30A-2D414912CBF5}"/>
              </a:ext>
            </a:extLst>
          </p:cNvPr>
          <p:cNvSpPr/>
          <p:nvPr/>
        </p:nvSpPr>
        <p:spPr>
          <a:xfrm>
            <a:off x="7671094" y="367233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9B80AB7-56F1-143D-9849-DDE68FCDEEEA}"/>
              </a:ext>
            </a:extLst>
          </p:cNvPr>
          <p:cNvSpPr/>
          <p:nvPr/>
        </p:nvSpPr>
        <p:spPr>
          <a:xfrm>
            <a:off x="7515646" y="326085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2D80CEB-7204-09C9-2EF2-24F65F8801DB}"/>
              </a:ext>
            </a:extLst>
          </p:cNvPr>
          <p:cNvSpPr/>
          <p:nvPr/>
        </p:nvSpPr>
        <p:spPr>
          <a:xfrm>
            <a:off x="4040926" y="329849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</a:rPr>
              <a:t>b = -0.2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D6D7F66-5F3F-0228-8681-038793A4F531}"/>
              </a:ext>
            </a:extLst>
          </p:cNvPr>
          <p:cNvSpPr/>
          <p:nvPr/>
        </p:nvSpPr>
        <p:spPr>
          <a:xfrm>
            <a:off x="4040926" y="543712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B1144A7-F827-D42C-960D-E110F16CF8B4}"/>
              </a:ext>
            </a:extLst>
          </p:cNvPr>
          <p:cNvSpPr/>
          <p:nvPr/>
        </p:nvSpPr>
        <p:spPr>
          <a:xfrm>
            <a:off x="7698526" y="454101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38266A96-FE4E-910D-EAD0-1D5539E8C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B21EBCAE-5CB9-BA08-7B27-273DFEAD8AFD}"/>
              </a:ext>
            </a:extLst>
          </p:cNvPr>
          <p:cNvSpPr/>
          <p:nvPr/>
        </p:nvSpPr>
        <p:spPr>
          <a:xfrm>
            <a:off x="2194901" y="279451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FF0000"/>
                </a:solidFill>
              </a:rPr>
              <a:t>1.0</a:t>
            </a: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90DD1014-BF46-95AE-8D39-8C91DE860F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84230317-C085-37DF-698D-3AB9ED9AE41E}"/>
              </a:ext>
            </a:extLst>
          </p:cNvPr>
          <p:cNvSpPr/>
          <p:nvPr/>
        </p:nvSpPr>
        <p:spPr>
          <a:xfrm>
            <a:off x="2843700" y="334612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FF0000"/>
                </a:solidFill>
              </a:rPr>
              <a:t>-0.5</a:t>
            </a: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DFF999A1-AAB5-574C-13E5-0D472D8D1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7158576B-7FD6-794D-6F1C-6870904D0B75}"/>
              </a:ext>
            </a:extLst>
          </p:cNvPr>
          <p:cNvSpPr/>
          <p:nvPr/>
        </p:nvSpPr>
        <p:spPr>
          <a:xfrm>
            <a:off x="2843700" y="423011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079F29D7-E97A-0FFA-E6CB-C73AD90D0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491591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1CEBCC46-E0D3-7846-05F4-7D2AE76D3C6C}"/>
              </a:ext>
            </a:extLst>
          </p:cNvPr>
          <p:cNvSpPr/>
          <p:nvPr/>
        </p:nvSpPr>
        <p:spPr>
          <a:xfrm>
            <a:off x="2248702" y="489763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B5B0FD18-BBE5-44A4-2AB4-65A7DEC98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30" y="281279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DEA39EE3-CBD4-B6BD-7D24-84E8EC3006FF}"/>
              </a:ext>
            </a:extLst>
          </p:cNvPr>
          <p:cNvSpPr/>
          <p:nvPr/>
        </p:nvSpPr>
        <p:spPr>
          <a:xfrm>
            <a:off x="5856967" y="328020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A5E34417-19CB-82BF-1DE5-04E29A6A7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4430" y="386435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6399D21A-7A0C-9A12-ECDD-9A0FC97DDD5C}"/>
              </a:ext>
            </a:extLst>
          </p:cNvPr>
          <p:cNvSpPr/>
          <p:nvPr/>
        </p:nvSpPr>
        <p:spPr>
          <a:xfrm>
            <a:off x="5856967" y="433984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9B3385-E09B-9229-CD2F-305F9D1EC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20855"/>
              </p:ext>
            </p:extLst>
          </p:nvPr>
        </p:nvGraphicFramePr>
        <p:xfrm>
          <a:off x="9964454" y="1363094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4227EF68-2C67-C8D0-A99D-A0FCBD6950CD}"/>
              </a:ext>
            </a:extLst>
          </p:cNvPr>
          <p:cNvSpPr txBox="1"/>
          <p:nvPr/>
        </p:nvSpPr>
        <p:spPr>
          <a:xfrm>
            <a:off x="320040" y="624452"/>
            <a:ext cx="758945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OK, so we would like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to be higher, who can we blame for it being too low?</a:t>
            </a:r>
          </a:p>
          <a:p>
            <a:r>
              <a:rPr lang="en-AU" i="1" dirty="0">
                <a:solidFill>
                  <a:srgbClr val="0070C0"/>
                </a:solidFill>
              </a:rPr>
              <a:t>How was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calculated?</a:t>
            </a:r>
          </a:p>
          <a:p>
            <a:r>
              <a:rPr lang="en-AU" i="1" dirty="0">
                <a:solidFill>
                  <a:srgbClr val="0070C0"/>
                </a:solidFill>
              </a:rPr>
              <a:t>We can’t blame x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and x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 are they are the actual inputs.</a:t>
            </a:r>
            <a:endParaRPr lang="en-AU" sz="2400" i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95288D-450D-C39D-FA4E-59122518FF42}"/>
              </a:ext>
            </a:extLst>
          </p:cNvPr>
          <p:cNvSpPr txBox="1"/>
          <p:nvPr/>
        </p:nvSpPr>
        <p:spPr>
          <a:xfrm>
            <a:off x="8343177" y="3654046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D31F1A-AC34-B006-3979-389823DD8AFD}"/>
              </a:ext>
            </a:extLst>
          </p:cNvPr>
          <p:cNvSpPr txBox="1"/>
          <p:nvPr/>
        </p:nvSpPr>
        <p:spPr>
          <a:xfrm>
            <a:off x="8094756" y="3686830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923A3C-BA63-D291-F9F0-8D2D8CEE92BF}"/>
              </a:ext>
            </a:extLst>
          </p:cNvPr>
          <p:cNvSpPr txBox="1"/>
          <p:nvPr/>
        </p:nvSpPr>
        <p:spPr>
          <a:xfrm>
            <a:off x="6192227" y="3962699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4E0F34-2878-DA4B-0DCA-334FF0F4BE84}"/>
              </a:ext>
            </a:extLst>
          </p:cNvPr>
          <p:cNvSpPr txBox="1"/>
          <p:nvPr/>
        </p:nvSpPr>
        <p:spPr>
          <a:xfrm>
            <a:off x="6014917" y="2904170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66EB56-6235-46BF-7C11-A88C6E8AD4EE}"/>
              </a:ext>
            </a:extLst>
          </p:cNvPr>
          <p:cNvSpPr txBox="1"/>
          <p:nvPr/>
        </p:nvSpPr>
        <p:spPr>
          <a:xfrm>
            <a:off x="2378264" y="6095483"/>
            <a:ext cx="4407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</a:t>
            </a:r>
            <a:r>
              <a:rPr lang="en-AU" sz="2400" baseline="-25000" dirty="0"/>
              <a:t>1</a:t>
            </a:r>
            <a:r>
              <a:rPr lang="en-AU" sz="2400" dirty="0"/>
              <a:t> = </a:t>
            </a:r>
            <a:r>
              <a:rPr lang="en-AU" sz="2400" dirty="0" err="1"/>
              <a:t>ReLU</a:t>
            </a:r>
            <a:r>
              <a:rPr lang="en-AU" sz="2400" dirty="0"/>
              <a:t>(</a:t>
            </a:r>
            <a:r>
              <a:rPr lang="en-AU" sz="2400" i="1" dirty="0"/>
              <a:t>1.0 x</a:t>
            </a:r>
            <a:r>
              <a:rPr lang="en-AU" sz="2400" i="1" baseline="-25000" dirty="0"/>
              <a:t>1</a:t>
            </a:r>
            <a:r>
              <a:rPr lang="en-AU" sz="2400" i="1" dirty="0"/>
              <a:t> + -0.5 x</a:t>
            </a:r>
            <a:r>
              <a:rPr lang="en-AU" sz="2400" i="1" baseline="-25000" dirty="0"/>
              <a:t>2</a:t>
            </a:r>
            <a:r>
              <a:rPr lang="en-AU" sz="2400" i="1" dirty="0"/>
              <a:t> + -0.2</a:t>
            </a:r>
            <a:r>
              <a:rPr lang="en-AU" sz="2400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E27E60-78AB-7116-5475-110F1DC2E7BE}"/>
              </a:ext>
            </a:extLst>
          </p:cNvPr>
          <p:cNvSpPr txBox="1"/>
          <p:nvPr/>
        </p:nvSpPr>
        <p:spPr>
          <a:xfrm>
            <a:off x="8077175" y="4303270"/>
            <a:ext cx="29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C8032F-D25B-0529-0AE1-552AC6A6C345}"/>
              </a:ext>
            </a:extLst>
          </p:cNvPr>
          <p:cNvSpPr txBox="1"/>
          <p:nvPr/>
        </p:nvSpPr>
        <p:spPr>
          <a:xfrm>
            <a:off x="4421853" y="4907887"/>
            <a:ext cx="320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↓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6D42B7-2EBF-20E6-549B-E08D8DF23C10}"/>
              </a:ext>
            </a:extLst>
          </p:cNvPr>
          <p:cNvSpPr txBox="1"/>
          <p:nvPr/>
        </p:nvSpPr>
        <p:spPr>
          <a:xfrm>
            <a:off x="4357898" y="2611782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409149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D2D8-616C-0021-14BA-1EB26B50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99640C-6938-9D4A-C2FC-57379974B316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5907CCE-8336-AE46-5E96-C5C9CDFFE2C7}"/>
              </a:ext>
            </a:extLst>
          </p:cNvPr>
          <p:cNvSpPr/>
          <p:nvPr/>
        </p:nvSpPr>
        <p:spPr>
          <a:xfrm>
            <a:off x="529630" y="257505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B7B76B-9D7A-8750-065C-A2AC9643C562}"/>
              </a:ext>
            </a:extLst>
          </p:cNvPr>
          <p:cNvSpPr/>
          <p:nvPr/>
        </p:nvSpPr>
        <p:spPr>
          <a:xfrm>
            <a:off x="566206" y="269392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47C555-E14F-EED7-17E1-09C308BFFDE2}"/>
              </a:ext>
            </a:extLst>
          </p:cNvPr>
          <p:cNvSpPr/>
          <p:nvPr/>
        </p:nvSpPr>
        <p:spPr>
          <a:xfrm>
            <a:off x="337606" y="22824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F134CA-5693-052D-32F1-825B5C28AF03}"/>
              </a:ext>
            </a:extLst>
          </p:cNvPr>
          <p:cNvSpPr/>
          <p:nvPr/>
        </p:nvSpPr>
        <p:spPr>
          <a:xfrm>
            <a:off x="529630" y="467817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89EB83-1E9D-17CD-3FF9-8213949A12C9}"/>
              </a:ext>
            </a:extLst>
          </p:cNvPr>
          <p:cNvSpPr/>
          <p:nvPr/>
        </p:nvSpPr>
        <p:spPr>
          <a:xfrm>
            <a:off x="566206" y="479704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BA17B9-974B-DCF6-63CE-E9943642F4E9}"/>
              </a:ext>
            </a:extLst>
          </p:cNvPr>
          <p:cNvSpPr/>
          <p:nvPr/>
        </p:nvSpPr>
        <p:spPr>
          <a:xfrm>
            <a:off x="337606" y="43855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9A1BA51-5B11-CF00-A4C7-47DFFEA29084}"/>
              </a:ext>
            </a:extLst>
          </p:cNvPr>
          <p:cNvSpPr/>
          <p:nvPr/>
        </p:nvSpPr>
        <p:spPr>
          <a:xfrm>
            <a:off x="4004350" y="252933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D339BA-13FA-5884-18C5-DB3CFC279380}"/>
              </a:ext>
            </a:extLst>
          </p:cNvPr>
          <p:cNvSpPr/>
          <p:nvPr/>
        </p:nvSpPr>
        <p:spPr>
          <a:xfrm>
            <a:off x="4040926" y="264820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1A64CF-5333-238C-CD83-801DF32DC3C3}"/>
              </a:ext>
            </a:extLst>
          </p:cNvPr>
          <p:cNvSpPr/>
          <p:nvPr/>
        </p:nvSpPr>
        <p:spPr>
          <a:xfrm>
            <a:off x="3858046" y="226522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C83ED37-5A53-B485-8777-A38493611DAA}"/>
              </a:ext>
            </a:extLst>
          </p:cNvPr>
          <p:cNvSpPr/>
          <p:nvPr/>
        </p:nvSpPr>
        <p:spPr>
          <a:xfrm>
            <a:off x="4004350" y="463245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53E520-222E-34E9-5DC2-0F337C79C8BB}"/>
              </a:ext>
            </a:extLst>
          </p:cNvPr>
          <p:cNvSpPr/>
          <p:nvPr/>
        </p:nvSpPr>
        <p:spPr>
          <a:xfrm>
            <a:off x="4040926" y="475132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06AA151-55AB-8665-E93E-15597BB9B20D}"/>
              </a:ext>
            </a:extLst>
          </p:cNvPr>
          <p:cNvSpPr/>
          <p:nvPr/>
        </p:nvSpPr>
        <p:spPr>
          <a:xfrm>
            <a:off x="3858046" y="43398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2265845-B7E7-5EFA-1138-F9E9BDEA20C9}"/>
              </a:ext>
            </a:extLst>
          </p:cNvPr>
          <p:cNvSpPr/>
          <p:nvPr/>
        </p:nvSpPr>
        <p:spPr>
          <a:xfrm>
            <a:off x="7634518" y="355346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6F7C97-3D10-C284-25F7-5B08FD57BC6C}"/>
              </a:ext>
            </a:extLst>
          </p:cNvPr>
          <p:cNvSpPr/>
          <p:nvPr/>
        </p:nvSpPr>
        <p:spPr>
          <a:xfrm>
            <a:off x="7671094" y="367233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6B7DC4C-B751-D8AF-4EFD-EB72EA95C0D6}"/>
              </a:ext>
            </a:extLst>
          </p:cNvPr>
          <p:cNvSpPr/>
          <p:nvPr/>
        </p:nvSpPr>
        <p:spPr>
          <a:xfrm>
            <a:off x="7515646" y="326085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98DD905-8ADB-4536-1665-671B71597A28}"/>
              </a:ext>
            </a:extLst>
          </p:cNvPr>
          <p:cNvSpPr/>
          <p:nvPr/>
        </p:nvSpPr>
        <p:spPr>
          <a:xfrm>
            <a:off x="4040926" y="329849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 = -0.2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2C87E53-B03B-9150-B541-F5278CDC5E36}"/>
              </a:ext>
            </a:extLst>
          </p:cNvPr>
          <p:cNvSpPr/>
          <p:nvPr/>
        </p:nvSpPr>
        <p:spPr>
          <a:xfrm>
            <a:off x="4040926" y="543712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-0.2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C480B23-3260-F992-1115-993AF7F59748}"/>
              </a:ext>
            </a:extLst>
          </p:cNvPr>
          <p:cNvSpPr/>
          <p:nvPr/>
        </p:nvSpPr>
        <p:spPr>
          <a:xfrm>
            <a:off x="7698526" y="454101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A5F60530-471C-822C-E978-6F64D09D1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53DD198A-6C14-8CEB-E2C2-E93AD31DB4DA}"/>
              </a:ext>
            </a:extLst>
          </p:cNvPr>
          <p:cNvSpPr/>
          <p:nvPr/>
        </p:nvSpPr>
        <p:spPr>
          <a:xfrm>
            <a:off x="2194901" y="279451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1.0</a:t>
            </a: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F4F16A14-306F-7688-A88F-D0818B4BA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B47114CF-BB3C-F708-E3CD-AF76F2D6FE29}"/>
              </a:ext>
            </a:extLst>
          </p:cNvPr>
          <p:cNvSpPr/>
          <p:nvPr/>
        </p:nvSpPr>
        <p:spPr>
          <a:xfrm>
            <a:off x="2843700" y="334612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-0.5</a:t>
            </a: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72C35318-8FD7-E855-21A6-DD4757FDD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20544000-C35B-A870-5820-2FEF7AB8E930}"/>
              </a:ext>
            </a:extLst>
          </p:cNvPr>
          <p:cNvSpPr/>
          <p:nvPr/>
        </p:nvSpPr>
        <p:spPr>
          <a:xfrm>
            <a:off x="2843700" y="423011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-0.5</a:t>
            </a:r>
            <a:endParaRPr lang="en-US" sz="880" dirty="0"/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6E0BE490-2A73-6B7A-BA06-C0E25DA7C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491591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394654B2-9667-2396-37C4-EB0AC03F8566}"/>
              </a:ext>
            </a:extLst>
          </p:cNvPr>
          <p:cNvSpPr/>
          <p:nvPr/>
        </p:nvSpPr>
        <p:spPr>
          <a:xfrm>
            <a:off x="2248702" y="489763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00000"/>
                </a:solidFill>
              </a:rPr>
              <a:t>1.0</a:t>
            </a:r>
            <a:endParaRPr lang="en-US" sz="88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CABEF276-618D-9FC2-524D-0972BD23D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30" y="281279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C270C986-E97E-FBC5-D911-B28B6F25FAE3}"/>
              </a:ext>
            </a:extLst>
          </p:cNvPr>
          <p:cNvSpPr/>
          <p:nvPr/>
        </p:nvSpPr>
        <p:spPr>
          <a:xfrm>
            <a:off x="5856967" y="328020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19359936-102B-1AFF-F680-A8230C307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4430" y="386435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52B55450-DACF-C15C-14E5-A34B26623304}"/>
              </a:ext>
            </a:extLst>
          </p:cNvPr>
          <p:cNvSpPr/>
          <p:nvPr/>
        </p:nvSpPr>
        <p:spPr>
          <a:xfrm>
            <a:off x="5856967" y="433984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3898AE-FB45-BB1B-2337-0A4E14A9B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23030"/>
              </p:ext>
            </p:extLst>
          </p:nvPr>
        </p:nvGraphicFramePr>
        <p:xfrm>
          <a:off x="9964454" y="1363094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A006DEE2-52D3-C1EE-5008-36D355EE54CE}"/>
              </a:ext>
            </a:extLst>
          </p:cNvPr>
          <p:cNvSpPr txBox="1"/>
          <p:nvPr/>
        </p:nvSpPr>
        <p:spPr>
          <a:xfrm>
            <a:off x="320040" y="624452"/>
            <a:ext cx="758945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OK, so we would like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to be higher, who can we blame for it being too low?</a:t>
            </a:r>
          </a:p>
          <a:p>
            <a:r>
              <a:rPr lang="en-AU" i="1" dirty="0">
                <a:solidFill>
                  <a:srgbClr val="0070C0"/>
                </a:solidFill>
              </a:rPr>
              <a:t>How was h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calculated?</a:t>
            </a:r>
          </a:p>
          <a:p>
            <a:r>
              <a:rPr lang="en-AU" i="1" dirty="0">
                <a:solidFill>
                  <a:srgbClr val="0070C0"/>
                </a:solidFill>
              </a:rPr>
              <a:t>We can’t blame x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and x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 are they are the actual inputs.</a:t>
            </a:r>
            <a:endParaRPr lang="en-AU" sz="2400" i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2EDFD2-3FC7-0193-1FEA-B267E4D63203}"/>
              </a:ext>
            </a:extLst>
          </p:cNvPr>
          <p:cNvSpPr txBox="1"/>
          <p:nvPr/>
        </p:nvSpPr>
        <p:spPr>
          <a:xfrm>
            <a:off x="8343177" y="3654046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1A75B4-9678-B23E-C68C-32C4DC504D2F}"/>
              </a:ext>
            </a:extLst>
          </p:cNvPr>
          <p:cNvSpPr txBox="1"/>
          <p:nvPr/>
        </p:nvSpPr>
        <p:spPr>
          <a:xfrm>
            <a:off x="8094756" y="3686830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6886F0-ABE0-34A9-62F1-2A76436B6B0A}"/>
              </a:ext>
            </a:extLst>
          </p:cNvPr>
          <p:cNvSpPr txBox="1"/>
          <p:nvPr/>
        </p:nvSpPr>
        <p:spPr>
          <a:xfrm>
            <a:off x="6192227" y="3962699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3A5F4-4AF0-BD04-E2DF-8BBE277CF578}"/>
              </a:ext>
            </a:extLst>
          </p:cNvPr>
          <p:cNvSpPr txBox="1"/>
          <p:nvPr/>
        </p:nvSpPr>
        <p:spPr>
          <a:xfrm>
            <a:off x="6014917" y="2904170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70CED4-0DE7-090F-4AC3-4B4300FB3F25}"/>
              </a:ext>
            </a:extLst>
          </p:cNvPr>
          <p:cNvSpPr txBox="1"/>
          <p:nvPr/>
        </p:nvSpPr>
        <p:spPr>
          <a:xfrm>
            <a:off x="2378264" y="6095483"/>
            <a:ext cx="4407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</a:t>
            </a:r>
            <a:r>
              <a:rPr lang="en-AU" sz="2400" baseline="-25000" dirty="0"/>
              <a:t>1</a:t>
            </a:r>
            <a:r>
              <a:rPr lang="en-AU" sz="2400" dirty="0"/>
              <a:t> = </a:t>
            </a:r>
            <a:r>
              <a:rPr lang="en-AU" sz="2400" dirty="0" err="1"/>
              <a:t>ReLU</a:t>
            </a:r>
            <a:r>
              <a:rPr lang="en-AU" sz="2400" dirty="0"/>
              <a:t>(</a:t>
            </a:r>
            <a:r>
              <a:rPr lang="en-AU" sz="2400" i="1" dirty="0"/>
              <a:t>1.0 x</a:t>
            </a:r>
            <a:r>
              <a:rPr lang="en-AU" sz="2400" i="1" baseline="-25000" dirty="0"/>
              <a:t>1</a:t>
            </a:r>
            <a:r>
              <a:rPr lang="en-AU" sz="2400" i="1" dirty="0"/>
              <a:t> + -0.5 x</a:t>
            </a:r>
            <a:r>
              <a:rPr lang="en-AU" sz="2400" i="1" baseline="-25000" dirty="0"/>
              <a:t>2</a:t>
            </a:r>
            <a:r>
              <a:rPr lang="en-AU" sz="2400" i="1" dirty="0"/>
              <a:t> + -0.2</a:t>
            </a:r>
            <a:r>
              <a:rPr lang="en-AU" sz="2400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69961F-979E-B8B6-DC54-74522FF854E8}"/>
              </a:ext>
            </a:extLst>
          </p:cNvPr>
          <p:cNvSpPr txBox="1"/>
          <p:nvPr/>
        </p:nvSpPr>
        <p:spPr>
          <a:xfrm>
            <a:off x="8077175" y="4303270"/>
            <a:ext cx="29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B2E654-23FA-BB28-7B0D-72072FE0E451}"/>
              </a:ext>
            </a:extLst>
          </p:cNvPr>
          <p:cNvSpPr txBox="1"/>
          <p:nvPr/>
        </p:nvSpPr>
        <p:spPr>
          <a:xfrm>
            <a:off x="4421853" y="4907887"/>
            <a:ext cx="320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↓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9C163E-953E-91F0-9CE0-0FF624496389}"/>
              </a:ext>
            </a:extLst>
          </p:cNvPr>
          <p:cNvSpPr txBox="1"/>
          <p:nvPr/>
        </p:nvSpPr>
        <p:spPr>
          <a:xfrm>
            <a:off x="4357898" y="2611782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78ABFD-5930-1AA3-2A15-A49431F8737B}"/>
              </a:ext>
            </a:extLst>
          </p:cNvPr>
          <p:cNvSpPr txBox="1"/>
          <p:nvPr/>
        </p:nvSpPr>
        <p:spPr>
          <a:xfrm>
            <a:off x="4451985" y="3082200"/>
            <a:ext cx="38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01485-05C1-9092-C06D-34B173003A7B}"/>
              </a:ext>
            </a:extLst>
          </p:cNvPr>
          <p:cNvSpPr txBox="1"/>
          <p:nvPr/>
        </p:nvSpPr>
        <p:spPr>
          <a:xfrm>
            <a:off x="2417309" y="2501566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4DD28E-AF34-A8DE-431D-E0B61332A71E}"/>
              </a:ext>
            </a:extLst>
          </p:cNvPr>
          <p:cNvSpPr txBox="1"/>
          <p:nvPr/>
        </p:nvSpPr>
        <p:spPr>
          <a:xfrm>
            <a:off x="3122534" y="3082200"/>
            <a:ext cx="38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74411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171F-37A4-0D51-59D0-A866116E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FB5194-4693-DB44-BE50-0E15FE2CF3C9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2F40A9C-A4C3-5903-8D3D-4A8FF5F7B5A4}"/>
              </a:ext>
            </a:extLst>
          </p:cNvPr>
          <p:cNvSpPr/>
          <p:nvPr/>
        </p:nvSpPr>
        <p:spPr>
          <a:xfrm>
            <a:off x="529630" y="257505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628095-0490-C434-C762-91366857F3CF}"/>
              </a:ext>
            </a:extLst>
          </p:cNvPr>
          <p:cNvSpPr/>
          <p:nvPr/>
        </p:nvSpPr>
        <p:spPr>
          <a:xfrm>
            <a:off x="566206" y="269392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7F5E9A-5CB1-85B1-8EAA-C8DE797F89D3}"/>
              </a:ext>
            </a:extLst>
          </p:cNvPr>
          <p:cNvSpPr/>
          <p:nvPr/>
        </p:nvSpPr>
        <p:spPr>
          <a:xfrm>
            <a:off x="337606" y="22824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337D65-BE8F-3EE4-0071-8BFE6A36F788}"/>
              </a:ext>
            </a:extLst>
          </p:cNvPr>
          <p:cNvSpPr/>
          <p:nvPr/>
        </p:nvSpPr>
        <p:spPr>
          <a:xfrm>
            <a:off x="529630" y="467817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4E8CC7-3A75-35BC-2824-F66E6A83D149}"/>
              </a:ext>
            </a:extLst>
          </p:cNvPr>
          <p:cNvSpPr/>
          <p:nvPr/>
        </p:nvSpPr>
        <p:spPr>
          <a:xfrm>
            <a:off x="566206" y="479704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53E531-9651-8792-6D9F-CA8A9B4B9682}"/>
              </a:ext>
            </a:extLst>
          </p:cNvPr>
          <p:cNvSpPr/>
          <p:nvPr/>
        </p:nvSpPr>
        <p:spPr>
          <a:xfrm>
            <a:off x="337606" y="43855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12D4C89-E4C9-3F8C-1B46-351F2E46F384}"/>
              </a:ext>
            </a:extLst>
          </p:cNvPr>
          <p:cNvSpPr/>
          <p:nvPr/>
        </p:nvSpPr>
        <p:spPr>
          <a:xfrm>
            <a:off x="4004350" y="252933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56D0BF8-2AC6-C465-AEC6-F4D0192573CE}"/>
              </a:ext>
            </a:extLst>
          </p:cNvPr>
          <p:cNvSpPr/>
          <p:nvPr/>
        </p:nvSpPr>
        <p:spPr>
          <a:xfrm>
            <a:off x="4040926" y="264820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D9DEA3-D7AC-A57B-490A-6CCD101264B0}"/>
              </a:ext>
            </a:extLst>
          </p:cNvPr>
          <p:cNvSpPr/>
          <p:nvPr/>
        </p:nvSpPr>
        <p:spPr>
          <a:xfrm>
            <a:off x="3858046" y="226522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1F45768-666D-734F-9DD9-53C77552D065}"/>
              </a:ext>
            </a:extLst>
          </p:cNvPr>
          <p:cNvSpPr/>
          <p:nvPr/>
        </p:nvSpPr>
        <p:spPr>
          <a:xfrm>
            <a:off x="4004350" y="463245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1C8DA06-E92B-BF54-E8C0-80118D712FCA}"/>
              </a:ext>
            </a:extLst>
          </p:cNvPr>
          <p:cNvSpPr/>
          <p:nvPr/>
        </p:nvSpPr>
        <p:spPr>
          <a:xfrm>
            <a:off x="4040926" y="475132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C79DC01-8E8D-B235-422B-CCDACA5F2620}"/>
              </a:ext>
            </a:extLst>
          </p:cNvPr>
          <p:cNvSpPr/>
          <p:nvPr/>
        </p:nvSpPr>
        <p:spPr>
          <a:xfrm>
            <a:off x="3858046" y="43398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E5E8923-2B79-F05B-193E-D965A75C6EED}"/>
              </a:ext>
            </a:extLst>
          </p:cNvPr>
          <p:cNvSpPr/>
          <p:nvPr/>
        </p:nvSpPr>
        <p:spPr>
          <a:xfrm>
            <a:off x="7634518" y="355346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379355E-3A3A-A8F8-F702-0E2D9CA1B24A}"/>
              </a:ext>
            </a:extLst>
          </p:cNvPr>
          <p:cNvSpPr/>
          <p:nvPr/>
        </p:nvSpPr>
        <p:spPr>
          <a:xfrm>
            <a:off x="7671094" y="367233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D8E0317-48D5-E14E-3814-EE32E152CC30}"/>
              </a:ext>
            </a:extLst>
          </p:cNvPr>
          <p:cNvSpPr/>
          <p:nvPr/>
        </p:nvSpPr>
        <p:spPr>
          <a:xfrm>
            <a:off x="7515646" y="326085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546A8F1-21D9-B14A-2D1F-1FA2A24F9F34}"/>
              </a:ext>
            </a:extLst>
          </p:cNvPr>
          <p:cNvSpPr/>
          <p:nvPr/>
        </p:nvSpPr>
        <p:spPr>
          <a:xfrm>
            <a:off x="4040926" y="329849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 = -0.2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19E456D-85AB-41BA-ECA4-D5F13C8221BF}"/>
              </a:ext>
            </a:extLst>
          </p:cNvPr>
          <p:cNvSpPr/>
          <p:nvPr/>
        </p:nvSpPr>
        <p:spPr>
          <a:xfrm>
            <a:off x="4040926" y="543712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</a:rPr>
              <a:t>b = -0.2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373B078-FF98-1FB6-A422-3B611155919B}"/>
              </a:ext>
            </a:extLst>
          </p:cNvPr>
          <p:cNvSpPr/>
          <p:nvPr/>
        </p:nvSpPr>
        <p:spPr>
          <a:xfrm>
            <a:off x="7698526" y="454101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F42FF5D1-85ED-6AFA-907F-238239C7AF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D03DB8EB-197C-C858-0993-06B9582A5634}"/>
              </a:ext>
            </a:extLst>
          </p:cNvPr>
          <p:cNvSpPr/>
          <p:nvPr/>
        </p:nvSpPr>
        <p:spPr>
          <a:xfrm>
            <a:off x="2194901" y="279451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1.0</a:t>
            </a: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606F708F-9DB5-21E5-607B-68BC7641D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84A55DD5-0AFE-0558-A5A0-824773B9C3B3}"/>
              </a:ext>
            </a:extLst>
          </p:cNvPr>
          <p:cNvSpPr/>
          <p:nvPr/>
        </p:nvSpPr>
        <p:spPr>
          <a:xfrm>
            <a:off x="2843700" y="334612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-0.5</a:t>
            </a: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3FC74ECF-4C25-6821-964F-D4378AB45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F65995B1-EF53-2143-7622-BEB1CBF742B2}"/>
              </a:ext>
            </a:extLst>
          </p:cNvPr>
          <p:cNvSpPr/>
          <p:nvPr/>
        </p:nvSpPr>
        <p:spPr>
          <a:xfrm>
            <a:off x="2843700" y="423011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FF0000"/>
                </a:solidFill>
              </a:rPr>
              <a:t>-0.5</a:t>
            </a: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C6A6E619-7902-32FD-A4ED-7C4CB8C65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491591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1B77A183-7823-B7D2-BE74-EEA9AA31DD3E}"/>
              </a:ext>
            </a:extLst>
          </p:cNvPr>
          <p:cNvSpPr/>
          <p:nvPr/>
        </p:nvSpPr>
        <p:spPr>
          <a:xfrm>
            <a:off x="2248702" y="489763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FF0000"/>
                </a:solidFill>
              </a:rPr>
              <a:t>1.0</a:t>
            </a:r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D89AAC49-4CE9-3509-B6C4-A5C2300DB7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30" y="281279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D5F4FEF1-0F56-57EA-638A-13DC8B6C1B65}"/>
              </a:ext>
            </a:extLst>
          </p:cNvPr>
          <p:cNvSpPr/>
          <p:nvPr/>
        </p:nvSpPr>
        <p:spPr>
          <a:xfrm>
            <a:off x="5856967" y="328020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954F33F9-DAC1-87F8-70F9-0B20D166C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4430" y="386435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9406AEFD-3B4E-ECFC-BAA4-6CA9AC4F6DDE}"/>
              </a:ext>
            </a:extLst>
          </p:cNvPr>
          <p:cNvSpPr/>
          <p:nvPr/>
        </p:nvSpPr>
        <p:spPr>
          <a:xfrm>
            <a:off x="5856967" y="433984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685DAF-0220-2ABA-67E0-7475D883B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539075"/>
              </p:ext>
            </p:extLst>
          </p:nvPr>
        </p:nvGraphicFramePr>
        <p:xfrm>
          <a:off x="9964454" y="1363094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B0A33F9D-9499-545B-196B-6DC0DE5A46AC}"/>
              </a:ext>
            </a:extLst>
          </p:cNvPr>
          <p:cNvSpPr txBox="1"/>
          <p:nvPr/>
        </p:nvSpPr>
        <p:spPr>
          <a:xfrm>
            <a:off x="320040" y="624452"/>
            <a:ext cx="7587205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OK, so we would like h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 to be lower, who can we blame for it being too high?</a:t>
            </a:r>
          </a:p>
          <a:p>
            <a:r>
              <a:rPr lang="en-AU" i="1" dirty="0">
                <a:solidFill>
                  <a:srgbClr val="0070C0"/>
                </a:solidFill>
              </a:rPr>
              <a:t>How was h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 calculated?</a:t>
            </a:r>
          </a:p>
          <a:p>
            <a:r>
              <a:rPr lang="en-AU" i="1" dirty="0">
                <a:solidFill>
                  <a:srgbClr val="0070C0"/>
                </a:solidFill>
              </a:rPr>
              <a:t>We can’t blame x</a:t>
            </a:r>
            <a:r>
              <a:rPr lang="en-AU" i="1" baseline="-25000" dirty="0">
                <a:solidFill>
                  <a:srgbClr val="0070C0"/>
                </a:solidFill>
              </a:rPr>
              <a:t>1</a:t>
            </a:r>
            <a:r>
              <a:rPr lang="en-AU" i="1" dirty="0">
                <a:solidFill>
                  <a:srgbClr val="0070C0"/>
                </a:solidFill>
              </a:rPr>
              <a:t> and x</a:t>
            </a:r>
            <a:r>
              <a:rPr lang="en-AU" i="1" baseline="-25000" dirty="0">
                <a:solidFill>
                  <a:srgbClr val="0070C0"/>
                </a:solidFill>
              </a:rPr>
              <a:t>2</a:t>
            </a:r>
            <a:r>
              <a:rPr lang="en-AU" i="1" dirty="0">
                <a:solidFill>
                  <a:srgbClr val="0070C0"/>
                </a:solidFill>
              </a:rPr>
              <a:t> are they are the actual inputs.</a:t>
            </a:r>
            <a:endParaRPr lang="en-AU" sz="2400" i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22AF79-225C-AB9C-272B-93AF3F350C4D}"/>
              </a:ext>
            </a:extLst>
          </p:cNvPr>
          <p:cNvSpPr txBox="1"/>
          <p:nvPr/>
        </p:nvSpPr>
        <p:spPr>
          <a:xfrm>
            <a:off x="8343177" y="3654046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B8C78F-D16C-ADFB-4594-68F4C3949230}"/>
              </a:ext>
            </a:extLst>
          </p:cNvPr>
          <p:cNvSpPr txBox="1"/>
          <p:nvPr/>
        </p:nvSpPr>
        <p:spPr>
          <a:xfrm>
            <a:off x="8094756" y="3686830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37DFD7-FFCA-D49C-7DD7-FD0ABBA2F642}"/>
              </a:ext>
            </a:extLst>
          </p:cNvPr>
          <p:cNvSpPr txBox="1"/>
          <p:nvPr/>
        </p:nvSpPr>
        <p:spPr>
          <a:xfrm>
            <a:off x="6192227" y="3962699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3ADA6A-1D14-C594-6071-75CA8A730445}"/>
              </a:ext>
            </a:extLst>
          </p:cNvPr>
          <p:cNvSpPr txBox="1"/>
          <p:nvPr/>
        </p:nvSpPr>
        <p:spPr>
          <a:xfrm>
            <a:off x="6014917" y="2904170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451386-50E0-C82A-AAC3-EEDB8B116B7F}"/>
              </a:ext>
            </a:extLst>
          </p:cNvPr>
          <p:cNvSpPr txBox="1"/>
          <p:nvPr/>
        </p:nvSpPr>
        <p:spPr>
          <a:xfrm>
            <a:off x="2378264" y="6095483"/>
            <a:ext cx="4295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</a:t>
            </a:r>
            <a:r>
              <a:rPr lang="en-AU" sz="2400" baseline="-25000" dirty="0"/>
              <a:t>2</a:t>
            </a:r>
            <a:r>
              <a:rPr lang="en-AU" sz="2400" dirty="0"/>
              <a:t> = </a:t>
            </a:r>
            <a:r>
              <a:rPr lang="en-AU" sz="2400" dirty="0" err="1"/>
              <a:t>ReLU</a:t>
            </a:r>
            <a:r>
              <a:rPr lang="en-AU" sz="2400" dirty="0"/>
              <a:t>(</a:t>
            </a:r>
            <a:r>
              <a:rPr lang="en-AU" sz="2400" i="1" dirty="0"/>
              <a:t>-0.5 x</a:t>
            </a:r>
            <a:r>
              <a:rPr lang="en-AU" sz="2400" i="1" baseline="-25000" dirty="0"/>
              <a:t>1</a:t>
            </a:r>
            <a:r>
              <a:rPr lang="en-AU" sz="2400" i="1" dirty="0"/>
              <a:t> + 1.0 x</a:t>
            </a:r>
            <a:r>
              <a:rPr lang="en-AU" sz="2400" i="1" baseline="-25000" dirty="0"/>
              <a:t>2</a:t>
            </a:r>
            <a:r>
              <a:rPr lang="en-AU" sz="2400" i="1" dirty="0"/>
              <a:t> + -0.2</a:t>
            </a:r>
            <a:r>
              <a:rPr lang="en-AU" sz="2400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9C46D9-3DA7-D642-F642-2AE88FBB7995}"/>
              </a:ext>
            </a:extLst>
          </p:cNvPr>
          <p:cNvSpPr txBox="1"/>
          <p:nvPr/>
        </p:nvSpPr>
        <p:spPr>
          <a:xfrm>
            <a:off x="8077175" y="4303270"/>
            <a:ext cx="29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89BBCF-77C8-C9C7-7AC9-FAC0D835580E}"/>
              </a:ext>
            </a:extLst>
          </p:cNvPr>
          <p:cNvSpPr txBox="1"/>
          <p:nvPr/>
        </p:nvSpPr>
        <p:spPr>
          <a:xfrm>
            <a:off x="4421853" y="4907887"/>
            <a:ext cx="320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↓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A9ED68-5719-E1CB-3AE3-05E78DE42C9B}"/>
              </a:ext>
            </a:extLst>
          </p:cNvPr>
          <p:cNvSpPr txBox="1"/>
          <p:nvPr/>
        </p:nvSpPr>
        <p:spPr>
          <a:xfrm>
            <a:off x="4357898" y="2611782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D1647E-B519-CD2B-DFB6-602FDF3889E3}"/>
              </a:ext>
            </a:extLst>
          </p:cNvPr>
          <p:cNvSpPr txBox="1"/>
          <p:nvPr/>
        </p:nvSpPr>
        <p:spPr>
          <a:xfrm>
            <a:off x="4451985" y="3082200"/>
            <a:ext cx="38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46DEC9-DC5F-BE64-A50C-D9CDC1A81015}"/>
              </a:ext>
            </a:extLst>
          </p:cNvPr>
          <p:cNvSpPr txBox="1"/>
          <p:nvPr/>
        </p:nvSpPr>
        <p:spPr>
          <a:xfrm>
            <a:off x="2417309" y="2501566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2B983B-402D-F610-D467-49133BFCF21E}"/>
              </a:ext>
            </a:extLst>
          </p:cNvPr>
          <p:cNvSpPr txBox="1"/>
          <p:nvPr/>
        </p:nvSpPr>
        <p:spPr>
          <a:xfrm>
            <a:off x="3134844" y="3051804"/>
            <a:ext cx="38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378521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CD4AD-C503-EFC2-B85F-57DF926B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B29853-9DC8-6267-91E9-40DB5A04F210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BAE970-1911-91A8-8E72-9E585ED5C5CD}"/>
              </a:ext>
            </a:extLst>
          </p:cNvPr>
          <p:cNvSpPr/>
          <p:nvPr/>
        </p:nvSpPr>
        <p:spPr>
          <a:xfrm>
            <a:off x="529630" y="257505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F8BD2D-311E-924E-9996-B0907F9E2C79}"/>
              </a:ext>
            </a:extLst>
          </p:cNvPr>
          <p:cNvSpPr/>
          <p:nvPr/>
        </p:nvSpPr>
        <p:spPr>
          <a:xfrm>
            <a:off x="566206" y="269392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D3F3BE-C948-44B1-853D-2A2E2FCA9FF7}"/>
              </a:ext>
            </a:extLst>
          </p:cNvPr>
          <p:cNvSpPr/>
          <p:nvPr/>
        </p:nvSpPr>
        <p:spPr>
          <a:xfrm>
            <a:off x="337606" y="22824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E749933-F62F-30D0-CAAB-ED2E9795E973}"/>
              </a:ext>
            </a:extLst>
          </p:cNvPr>
          <p:cNvSpPr/>
          <p:nvPr/>
        </p:nvSpPr>
        <p:spPr>
          <a:xfrm>
            <a:off x="529630" y="467817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309F042-A2AE-BE79-C665-39D7B935B5B3}"/>
              </a:ext>
            </a:extLst>
          </p:cNvPr>
          <p:cNvSpPr/>
          <p:nvPr/>
        </p:nvSpPr>
        <p:spPr>
          <a:xfrm>
            <a:off x="566206" y="479704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F9AF2F-2D37-DB85-5BF8-E13E4BC77153}"/>
              </a:ext>
            </a:extLst>
          </p:cNvPr>
          <p:cNvSpPr/>
          <p:nvPr/>
        </p:nvSpPr>
        <p:spPr>
          <a:xfrm>
            <a:off x="337606" y="43855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8975658-6D34-F7CC-39C4-393D2D13DDCE}"/>
              </a:ext>
            </a:extLst>
          </p:cNvPr>
          <p:cNvSpPr/>
          <p:nvPr/>
        </p:nvSpPr>
        <p:spPr>
          <a:xfrm>
            <a:off x="4004350" y="252933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82586C-6BEB-04CB-C78F-C2BD6B1F2729}"/>
              </a:ext>
            </a:extLst>
          </p:cNvPr>
          <p:cNvSpPr/>
          <p:nvPr/>
        </p:nvSpPr>
        <p:spPr>
          <a:xfrm>
            <a:off x="4040926" y="264820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AEE71D2-CB71-0F53-2CC6-D9A6AC0969BA}"/>
              </a:ext>
            </a:extLst>
          </p:cNvPr>
          <p:cNvSpPr/>
          <p:nvPr/>
        </p:nvSpPr>
        <p:spPr>
          <a:xfrm>
            <a:off x="3858046" y="226522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951651C-9B0E-428F-F87D-333463196371}"/>
              </a:ext>
            </a:extLst>
          </p:cNvPr>
          <p:cNvSpPr/>
          <p:nvPr/>
        </p:nvSpPr>
        <p:spPr>
          <a:xfrm>
            <a:off x="4004350" y="463245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BDDBDC-E37A-D4F6-43DD-DC6924ECEF4A}"/>
              </a:ext>
            </a:extLst>
          </p:cNvPr>
          <p:cNvSpPr/>
          <p:nvPr/>
        </p:nvSpPr>
        <p:spPr>
          <a:xfrm>
            <a:off x="4040926" y="475132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0.8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27C31E1-5ABB-42D0-74F5-38A3898CBFF0}"/>
              </a:ext>
            </a:extLst>
          </p:cNvPr>
          <p:cNvSpPr/>
          <p:nvPr/>
        </p:nvSpPr>
        <p:spPr>
          <a:xfrm>
            <a:off x="3858046" y="43398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990DBE5-97B0-BA3A-95D3-0498C1F45627}"/>
              </a:ext>
            </a:extLst>
          </p:cNvPr>
          <p:cNvSpPr/>
          <p:nvPr/>
        </p:nvSpPr>
        <p:spPr>
          <a:xfrm>
            <a:off x="7634518" y="355346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7FBDC89-70F7-7626-9542-3FFAF4BAF0F3}"/>
              </a:ext>
            </a:extLst>
          </p:cNvPr>
          <p:cNvSpPr/>
          <p:nvPr/>
        </p:nvSpPr>
        <p:spPr>
          <a:xfrm>
            <a:off x="7671094" y="367233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0.18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016518C-DCCB-03E2-DADE-99AD25CE4AD6}"/>
              </a:ext>
            </a:extLst>
          </p:cNvPr>
          <p:cNvSpPr/>
          <p:nvPr/>
        </p:nvSpPr>
        <p:spPr>
          <a:xfrm>
            <a:off x="7515646" y="326085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44FEB54-3667-EC56-0750-A58169A81C84}"/>
              </a:ext>
            </a:extLst>
          </p:cNvPr>
          <p:cNvSpPr/>
          <p:nvPr/>
        </p:nvSpPr>
        <p:spPr>
          <a:xfrm>
            <a:off x="4040926" y="329849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 = -0.2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1746FC-08EE-A343-732F-B09A05288015}"/>
              </a:ext>
            </a:extLst>
          </p:cNvPr>
          <p:cNvSpPr/>
          <p:nvPr/>
        </p:nvSpPr>
        <p:spPr>
          <a:xfrm>
            <a:off x="4040926" y="543712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 = -0.2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2567C49-79DE-DC09-ADFC-41D69486A3D7}"/>
              </a:ext>
            </a:extLst>
          </p:cNvPr>
          <p:cNvSpPr/>
          <p:nvPr/>
        </p:nvSpPr>
        <p:spPr>
          <a:xfrm>
            <a:off x="7698526" y="454101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78AC58D5-7355-0125-C78E-0727572DA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C0CF7121-1663-7C95-8998-B8394BE55F24}"/>
              </a:ext>
            </a:extLst>
          </p:cNvPr>
          <p:cNvSpPr/>
          <p:nvPr/>
        </p:nvSpPr>
        <p:spPr>
          <a:xfrm>
            <a:off x="2194901" y="279451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1.0</a:t>
            </a: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1CB18F37-65CC-D9A3-7EFF-D922428ED6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A0AD3D99-7822-12CE-B68B-C22FCB46C302}"/>
              </a:ext>
            </a:extLst>
          </p:cNvPr>
          <p:cNvSpPr/>
          <p:nvPr/>
        </p:nvSpPr>
        <p:spPr>
          <a:xfrm>
            <a:off x="2843700" y="334612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-0.5</a:t>
            </a: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A25C2585-9F2C-BEF4-D76D-FC0E36B1C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9B26696A-C7DB-4602-2C77-1D9F8660CDB6}"/>
              </a:ext>
            </a:extLst>
          </p:cNvPr>
          <p:cNvSpPr/>
          <p:nvPr/>
        </p:nvSpPr>
        <p:spPr>
          <a:xfrm>
            <a:off x="2843700" y="423011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-0.5</a:t>
            </a: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0F1F5A05-9C39-EC75-EE07-716AD80AC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491591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1A4503D5-4587-3732-650D-8FDB1DF15331}"/>
              </a:ext>
            </a:extLst>
          </p:cNvPr>
          <p:cNvSpPr/>
          <p:nvPr/>
        </p:nvSpPr>
        <p:spPr>
          <a:xfrm>
            <a:off x="2248702" y="489763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1.0</a:t>
            </a:r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AC938347-18C0-B2B3-5E6D-0162F39B7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30" y="281279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B71B8C30-04BD-185E-DD00-A46FE63A1B0F}"/>
              </a:ext>
            </a:extLst>
          </p:cNvPr>
          <p:cNvSpPr/>
          <p:nvPr/>
        </p:nvSpPr>
        <p:spPr>
          <a:xfrm>
            <a:off x="5856967" y="328020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6C2C4345-6894-F8C9-C445-B5D3977E2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4430" y="386435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1E8A6C70-1C90-FFA5-C4D1-E683E379C16F}"/>
              </a:ext>
            </a:extLst>
          </p:cNvPr>
          <p:cNvSpPr/>
          <p:nvPr/>
        </p:nvSpPr>
        <p:spPr>
          <a:xfrm>
            <a:off x="5856967" y="433984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BE1CAA-CEAC-9084-E091-0E795D46C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627887"/>
              </p:ext>
            </p:extLst>
          </p:nvPr>
        </p:nvGraphicFramePr>
        <p:xfrm>
          <a:off x="9964454" y="1363094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pPr algn="ctr"/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00B050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>
                          <a:solidFill>
                            <a:srgbClr val="00B050"/>
                          </a:solidFill>
                        </a:rPr>
                        <a:t>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C64DDA0-78E1-5A87-570B-1252FBFA010D}"/>
              </a:ext>
            </a:extLst>
          </p:cNvPr>
          <p:cNvSpPr txBox="1"/>
          <p:nvPr/>
        </p:nvSpPr>
        <p:spPr>
          <a:xfrm>
            <a:off x="320040" y="624452"/>
            <a:ext cx="9095182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i="1" dirty="0">
                <a:solidFill>
                  <a:srgbClr val="0070C0"/>
                </a:solidFill>
              </a:rPr>
              <a:t>So, we have our final result in terms of which direction each parameter should be changed.</a:t>
            </a:r>
          </a:p>
          <a:p>
            <a:r>
              <a:rPr lang="en-AU" dirty="0">
                <a:solidFill>
                  <a:srgbClr val="0070C0"/>
                </a:solidFill>
              </a:rPr>
              <a:t>How far should we nudge these values?</a:t>
            </a:r>
          </a:p>
          <a:p>
            <a:r>
              <a:rPr lang="en-AU" dirty="0">
                <a:solidFill>
                  <a:srgbClr val="0070C0"/>
                </a:solidFill>
              </a:rPr>
              <a:t>Should we change them enough to fix this one example completely?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BB1C61-9979-05E9-4386-51652A6CE561}"/>
              </a:ext>
            </a:extLst>
          </p:cNvPr>
          <p:cNvSpPr txBox="1"/>
          <p:nvPr/>
        </p:nvSpPr>
        <p:spPr>
          <a:xfrm>
            <a:off x="8343177" y="3654046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CEE206-3F18-7DCF-73DD-9D41B9EA596D}"/>
              </a:ext>
            </a:extLst>
          </p:cNvPr>
          <p:cNvSpPr txBox="1"/>
          <p:nvPr/>
        </p:nvSpPr>
        <p:spPr>
          <a:xfrm>
            <a:off x="8094756" y="3686830"/>
            <a:ext cx="35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8FC334-23C0-9888-AD8E-75F8E38661C1}"/>
              </a:ext>
            </a:extLst>
          </p:cNvPr>
          <p:cNvSpPr txBox="1"/>
          <p:nvPr/>
        </p:nvSpPr>
        <p:spPr>
          <a:xfrm>
            <a:off x="6192227" y="3962699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620617-EE37-7E5A-E4F9-0EE5D48AAF10}"/>
              </a:ext>
            </a:extLst>
          </p:cNvPr>
          <p:cNvSpPr txBox="1"/>
          <p:nvPr/>
        </p:nvSpPr>
        <p:spPr>
          <a:xfrm>
            <a:off x="6014917" y="2904170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14A39F-EF80-5249-77A4-163EAE3EB8C4}"/>
              </a:ext>
            </a:extLst>
          </p:cNvPr>
          <p:cNvSpPr txBox="1"/>
          <p:nvPr/>
        </p:nvSpPr>
        <p:spPr>
          <a:xfrm>
            <a:off x="8077175" y="4303270"/>
            <a:ext cx="297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186769-4E3F-E1E8-8298-32E4F06F39E1}"/>
              </a:ext>
            </a:extLst>
          </p:cNvPr>
          <p:cNvSpPr txBox="1"/>
          <p:nvPr/>
        </p:nvSpPr>
        <p:spPr>
          <a:xfrm>
            <a:off x="4421853" y="4907887"/>
            <a:ext cx="320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↓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A81EBD-EFA6-A981-1503-F6F53A287288}"/>
              </a:ext>
            </a:extLst>
          </p:cNvPr>
          <p:cNvSpPr txBox="1"/>
          <p:nvPr/>
        </p:nvSpPr>
        <p:spPr>
          <a:xfrm>
            <a:off x="4357898" y="2611782"/>
            <a:ext cx="35968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08842A-5D18-4175-B4FC-5037075F2E29}"/>
              </a:ext>
            </a:extLst>
          </p:cNvPr>
          <p:cNvSpPr txBox="1"/>
          <p:nvPr/>
        </p:nvSpPr>
        <p:spPr>
          <a:xfrm>
            <a:off x="4451985" y="3082200"/>
            <a:ext cx="38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8ED8E6-46DD-9F17-166F-4CE6AC86B23C}"/>
              </a:ext>
            </a:extLst>
          </p:cNvPr>
          <p:cNvSpPr txBox="1"/>
          <p:nvPr/>
        </p:nvSpPr>
        <p:spPr>
          <a:xfrm>
            <a:off x="2417309" y="2501566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939C7A-8EBB-BA51-CFF3-0F628C8E78B4}"/>
              </a:ext>
            </a:extLst>
          </p:cNvPr>
          <p:cNvSpPr txBox="1"/>
          <p:nvPr/>
        </p:nvSpPr>
        <p:spPr>
          <a:xfrm>
            <a:off x="2594390" y="4886671"/>
            <a:ext cx="320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↓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E15431-ABF7-1DEE-4B57-9CF3013BAA8C}"/>
              </a:ext>
            </a:extLst>
          </p:cNvPr>
          <p:cNvSpPr txBox="1"/>
          <p:nvPr/>
        </p:nvSpPr>
        <p:spPr>
          <a:xfrm>
            <a:off x="3041824" y="3955150"/>
            <a:ext cx="5524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B050"/>
                </a:solidFill>
              </a:rPr>
              <a:t>N/A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CEE1E2-046C-3341-50CC-1D5D01F1BE0B}"/>
              </a:ext>
            </a:extLst>
          </p:cNvPr>
          <p:cNvSpPr txBox="1"/>
          <p:nvPr/>
        </p:nvSpPr>
        <p:spPr>
          <a:xfrm>
            <a:off x="4467185" y="5254246"/>
            <a:ext cx="320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↓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FA8220-0DD6-7A57-D723-7CCB16073FD2}"/>
              </a:ext>
            </a:extLst>
          </p:cNvPr>
          <p:cNvSpPr txBox="1"/>
          <p:nvPr/>
        </p:nvSpPr>
        <p:spPr>
          <a:xfrm>
            <a:off x="3098166" y="3076633"/>
            <a:ext cx="38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B050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3616931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7431-9DB6-EB18-F075-D46C634F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30175C-B98B-2922-9630-11DD5A7EEC22}"/>
              </a:ext>
            </a:extLst>
          </p:cNvPr>
          <p:cNvSpPr/>
          <p:nvPr/>
        </p:nvSpPr>
        <p:spPr>
          <a:xfrm>
            <a:off x="320040" y="164592"/>
            <a:ext cx="1156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0B3D5C"/>
                </a:solidFill>
                <a:latin typeface="Aptos Display" pitchFamily="34" charset="0"/>
              </a:rPr>
              <a:t>Training the Network to Learn XOR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BBA0054-0BAE-3480-5D5C-AF3873BB1B20}"/>
              </a:ext>
            </a:extLst>
          </p:cNvPr>
          <p:cNvSpPr/>
          <p:nvPr/>
        </p:nvSpPr>
        <p:spPr>
          <a:xfrm>
            <a:off x="529630" y="257505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774343-DE1F-14F1-D0A2-8C6B0C01CA73}"/>
              </a:ext>
            </a:extLst>
          </p:cNvPr>
          <p:cNvSpPr/>
          <p:nvPr/>
        </p:nvSpPr>
        <p:spPr>
          <a:xfrm>
            <a:off x="566206" y="269392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9CA116-B534-4C9D-DCF9-03A1D7CE8DC6}"/>
              </a:ext>
            </a:extLst>
          </p:cNvPr>
          <p:cNvSpPr/>
          <p:nvPr/>
        </p:nvSpPr>
        <p:spPr>
          <a:xfrm>
            <a:off x="337606" y="22824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C0BC791-6BDC-F568-532D-D63922600B14}"/>
              </a:ext>
            </a:extLst>
          </p:cNvPr>
          <p:cNvSpPr/>
          <p:nvPr/>
        </p:nvSpPr>
        <p:spPr>
          <a:xfrm>
            <a:off x="529630" y="4678174"/>
            <a:ext cx="621792" cy="621792"/>
          </a:xfrm>
          <a:prstGeom prst="ellipse">
            <a:avLst/>
          </a:prstGeom>
          <a:solidFill>
            <a:srgbClr val="EEF7EA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4AB4A28-F9DC-EE26-4501-FEF94BE52B5A}"/>
              </a:ext>
            </a:extLst>
          </p:cNvPr>
          <p:cNvSpPr/>
          <p:nvPr/>
        </p:nvSpPr>
        <p:spPr>
          <a:xfrm>
            <a:off x="566206" y="479704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C309977-7F37-6111-A21D-1739DCC665BA}"/>
              </a:ext>
            </a:extLst>
          </p:cNvPr>
          <p:cNvSpPr/>
          <p:nvPr/>
        </p:nvSpPr>
        <p:spPr>
          <a:xfrm>
            <a:off x="337606" y="43855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x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08C2B9E-49E3-E432-E0AD-750958109379}"/>
              </a:ext>
            </a:extLst>
          </p:cNvPr>
          <p:cNvSpPr/>
          <p:nvPr/>
        </p:nvSpPr>
        <p:spPr>
          <a:xfrm>
            <a:off x="4004350" y="252933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C3386F-1FA4-6719-4729-5CBF1F44A80F}"/>
              </a:ext>
            </a:extLst>
          </p:cNvPr>
          <p:cNvSpPr/>
          <p:nvPr/>
        </p:nvSpPr>
        <p:spPr>
          <a:xfrm>
            <a:off x="4040926" y="264820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0000"/>
                </a:solidFill>
              </a:rPr>
              <a:t>?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4438F47-CF48-D460-848F-5DA78FD39EE8}"/>
              </a:ext>
            </a:extLst>
          </p:cNvPr>
          <p:cNvSpPr/>
          <p:nvPr/>
        </p:nvSpPr>
        <p:spPr>
          <a:xfrm>
            <a:off x="3858046" y="226522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1</a:t>
            </a:r>
            <a:endParaRPr lang="en-US" sz="1050" baseline="-25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58A51B1-2E81-F5B6-F835-6B04ED4D6D87}"/>
              </a:ext>
            </a:extLst>
          </p:cNvPr>
          <p:cNvSpPr/>
          <p:nvPr/>
        </p:nvSpPr>
        <p:spPr>
          <a:xfrm>
            <a:off x="4004350" y="4632454"/>
            <a:ext cx="713232" cy="713232"/>
          </a:xfrm>
          <a:prstGeom prst="ellipse">
            <a:avLst/>
          </a:prstGeom>
          <a:solidFill>
            <a:srgbClr val="FFF2CC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B7C69DD-39C7-FED9-A98B-D4F2AC5E7BA6}"/>
              </a:ext>
            </a:extLst>
          </p:cNvPr>
          <p:cNvSpPr/>
          <p:nvPr/>
        </p:nvSpPr>
        <p:spPr>
          <a:xfrm>
            <a:off x="4040926" y="4751326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0000"/>
                </a:solidFill>
              </a:rPr>
              <a:t>?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BD3FBD-A851-2C16-6FBA-CF4F6A5F26D7}"/>
              </a:ext>
            </a:extLst>
          </p:cNvPr>
          <p:cNvSpPr/>
          <p:nvPr/>
        </p:nvSpPr>
        <p:spPr>
          <a:xfrm>
            <a:off x="3858046" y="433984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h</a:t>
            </a:r>
            <a:r>
              <a:rPr lang="en-US" sz="1050" b="1" baseline="-25000" dirty="0">
                <a:solidFill>
                  <a:srgbClr val="0B3D5C"/>
                </a:solidFill>
              </a:rPr>
              <a:t>2</a:t>
            </a:r>
            <a:endParaRPr lang="en-US" sz="1050" baseline="-25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47B451E-7C2F-1289-324B-F8834307ECDA}"/>
              </a:ext>
            </a:extLst>
          </p:cNvPr>
          <p:cNvSpPr/>
          <p:nvPr/>
        </p:nvSpPr>
        <p:spPr>
          <a:xfrm>
            <a:off x="7634518" y="3553462"/>
            <a:ext cx="768096" cy="768096"/>
          </a:xfrm>
          <a:prstGeom prst="ellipse">
            <a:avLst/>
          </a:prstGeom>
          <a:solidFill>
            <a:srgbClr val="FCE5CD"/>
          </a:solidFill>
          <a:ln w="25400">
            <a:solidFill>
              <a:srgbClr val="115E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6D918E9-FED5-E3B9-F438-52FD0B479371}"/>
              </a:ext>
            </a:extLst>
          </p:cNvPr>
          <p:cNvSpPr/>
          <p:nvPr/>
        </p:nvSpPr>
        <p:spPr>
          <a:xfrm>
            <a:off x="7671094" y="3672334"/>
            <a:ext cx="694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0000"/>
                </a:solidFill>
              </a:rPr>
              <a:t>?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9DFF74B-6D6E-D0E4-3329-9B35A021DE60}"/>
              </a:ext>
            </a:extLst>
          </p:cNvPr>
          <p:cNvSpPr/>
          <p:nvPr/>
        </p:nvSpPr>
        <p:spPr>
          <a:xfrm>
            <a:off x="7515646" y="326085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C"/>
                </a:solidFill>
              </a:rPr>
              <a:t>out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0FB678D-34A4-D239-026B-9D0EEF18E525}"/>
              </a:ext>
            </a:extLst>
          </p:cNvPr>
          <p:cNvSpPr/>
          <p:nvPr/>
        </p:nvSpPr>
        <p:spPr>
          <a:xfrm>
            <a:off x="4040926" y="3298493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 = -0.2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ECC0CCF-DB49-9374-7765-0D38903FD4F3}"/>
              </a:ext>
            </a:extLst>
          </p:cNvPr>
          <p:cNvSpPr/>
          <p:nvPr/>
        </p:nvSpPr>
        <p:spPr>
          <a:xfrm>
            <a:off x="4040926" y="5437126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 = -0.2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9549C5-94BE-5572-3495-0DA69FC4D3C0}"/>
              </a:ext>
            </a:extLst>
          </p:cNvPr>
          <p:cNvSpPr/>
          <p:nvPr/>
        </p:nvSpPr>
        <p:spPr>
          <a:xfrm>
            <a:off x="7698526" y="4541014"/>
            <a:ext cx="6400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b = 0.5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5CE18712-D0A2-33F0-39A9-895B08143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146304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554A2F17-31EE-0307-84E6-A6CE3D61F2D0}"/>
              </a:ext>
            </a:extLst>
          </p:cNvPr>
          <p:cNvSpPr/>
          <p:nvPr/>
        </p:nvSpPr>
        <p:spPr>
          <a:xfrm>
            <a:off x="2194901" y="279451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1.0</a:t>
            </a: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9B1A1C51-B769-621E-FD0F-EFEE6A836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280C5A7B-92EB-92F9-8452-9F042B70AF7F}"/>
              </a:ext>
            </a:extLst>
          </p:cNvPr>
          <p:cNvSpPr/>
          <p:nvPr/>
        </p:nvSpPr>
        <p:spPr>
          <a:xfrm>
            <a:off x="2843700" y="3346127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-0.5</a:t>
            </a: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B8E83324-96BE-2EE4-47F9-AF8B71B51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414" y="2812798"/>
            <a:ext cx="2990088" cy="2249424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0AC71856-CF24-750A-080B-BA588DFBBB9F}"/>
              </a:ext>
            </a:extLst>
          </p:cNvPr>
          <p:cNvSpPr/>
          <p:nvPr/>
        </p:nvSpPr>
        <p:spPr>
          <a:xfrm>
            <a:off x="2843700" y="4230118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-0.5</a:t>
            </a: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36ADB358-03BD-A769-D87E-58DD6EDCC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14" y="4915918"/>
            <a:ext cx="2990088" cy="14630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878EBA7A-3BFE-6BA6-5F8E-611E37AC7B33}"/>
              </a:ext>
            </a:extLst>
          </p:cNvPr>
          <p:cNvSpPr/>
          <p:nvPr/>
        </p:nvSpPr>
        <p:spPr>
          <a:xfrm>
            <a:off x="2248702" y="4897630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/>
              <a:t>1.0</a:t>
            </a:r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AE0661AB-3099-133E-7002-28C503A2D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30" y="2812798"/>
            <a:ext cx="3063240" cy="119786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A1986B7D-659C-5241-48EF-F84E5AE51B65}"/>
              </a:ext>
            </a:extLst>
          </p:cNvPr>
          <p:cNvSpPr/>
          <p:nvPr/>
        </p:nvSpPr>
        <p:spPr>
          <a:xfrm>
            <a:off x="5856967" y="3280205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0.8</a:t>
            </a: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006F1762-EB00-540F-143F-6833D8306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4430" y="3864358"/>
            <a:ext cx="3063240" cy="119786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174E021E-7D9B-A525-BE8B-D1F2A79CF5F8}"/>
              </a:ext>
            </a:extLst>
          </p:cNvPr>
          <p:cNvSpPr/>
          <p:nvPr/>
        </p:nvSpPr>
        <p:spPr>
          <a:xfrm>
            <a:off x="5856967" y="4339846"/>
            <a:ext cx="658368" cy="219456"/>
          </a:xfrm>
          <a:prstGeom prst="rect">
            <a:avLst/>
          </a:prstGeom>
          <a:solidFill>
            <a:srgbClr val="FFFFFF"/>
          </a:solidFill>
          <a:ln w="10160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/>
              <a:t>-0.4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617615-99C6-6593-DDFC-F9D683577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73835"/>
              </p:ext>
            </p:extLst>
          </p:nvPr>
        </p:nvGraphicFramePr>
        <p:xfrm>
          <a:off x="9964454" y="1363094"/>
          <a:ext cx="2023330" cy="53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45">
                  <a:extLst>
                    <a:ext uri="{9D8B030D-6E8A-4147-A177-3AD203B41FA5}">
                      <a16:colId xmlns:a16="http://schemas.microsoft.com/office/drawing/2014/main" val="838358581"/>
                    </a:ext>
                  </a:extLst>
                </a:gridCol>
                <a:gridCol w="726885">
                  <a:extLst>
                    <a:ext uri="{9D8B030D-6E8A-4147-A177-3AD203B41FA5}">
                      <a16:colId xmlns:a16="http://schemas.microsoft.com/office/drawing/2014/main" val="2284594414"/>
                    </a:ext>
                  </a:extLst>
                </a:gridCol>
              </a:tblGrid>
              <a:tr h="427391">
                <a:tc>
                  <a:txBody>
                    <a:bodyPr/>
                    <a:lstStyle/>
                    <a:p>
                      <a:r>
                        <a:rPr lang="en-AU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4822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95067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92723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8721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 bias</a:t>
                      </a:r>
                      <a:endParaRPr lang="en-A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85634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85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37870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04094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40446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45749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1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34075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x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➡h</a:t>
                      </a:r>
                      <a:r>
                        <a:rPr lang="en-AU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93798"/>
                  </a:ext>
                </a:extLst>
              </a:tr>
              <a:tr h="40701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</a:t>
                      </a:r>
                      <a:r>
                        <a:rPr lang="en-AU" baseline="-25000" dirty="0"/>
                        <a:t>2</a:t>
                      </a:r>
                      <a:r>
                        <a:rPr lang="en-AU" dirty="0"/>
                        <a:t> 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004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BEE661C4-5889-D103-D8CD-FF6708696B55}"/>
              </a:ext>
            </a:extLst>
          </p:cNvPr>
          <p:cNvSpPr txBox="1"/>
          <p:nvPr/>
        </p:nvSpPr>
        <p:spPr>
          <a:xfrm>
            <a:off x="320040" y="624452"/>
            <a:ext cx="7458004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15E93"/>
            </a:solidFill>
          </a:ln>
        </p:spPr>
        <p:txBody>
          <a:bodyPr wrap="none" rtlCol="0">
            <a:spAutoFit/>
          </a:bodyPr>
          <a:lstStyle/>
          <a:p>
            <a:r>
              <a:rPr lang="en-AU" sz="2000" i="1" dirty="0">
                <a:solidFill>
                  <a:srgbClr val="0070C0"/>
                </a:solidFill>
              </a:rPr>
              <a:t>Now try within your groups, to do the same for next input pattern 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D7071C-1143-8227-99AF-3711B455BD94}"/>
              </a:ext>
            </a:extLst>
          </p:cNvPr>
          <p:cNvSpPr txBox="1"/>
          <p:nvPr/>
        </p:nvSpPr>
        <p:spPr>
          <a:xfrm>
            <a:off x="8343177" y="3654046"/>
            <a:ext cx="13669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Correct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FF0000"/>
                </a:solidFill>
              </a:rPr>
              <a:t>?</a:t>
            </a:r>
            <a:endParaRPr lang="en-US" sz="17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48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1434</Words>
  <Application>Microsoft Office PowerPoint</Application>
  <PresentationFormat>Widescreen</PresentationFormat>
  <Paragraphs>652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IFB220 Week 3 ANN Worksheet v2</dc:title>
  <dc:subject>IFB220 Week 3 ANN worksheet</dc:subject>
  <dc:creator>Wayne Kelly</dc:creator>
  <cp:lastModifiedBy>Wayne Kelly</cp:lastModifiedBy>
  <cp:revision>33</cp:revision>
  <dcterms:created xsi:type="dcterms:W3CDTF">2026-07-16T01:18:22Z</dcterms:created>
  <dcterms:modified xsi:type="dcterms:W3CDTF">2026-08-10T00:22:17Z</dcterms:modified>
</cp:coreProperties>
</file>